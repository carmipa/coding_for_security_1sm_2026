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62" r:id="rId5"/>
    <p:sldMasterId id="2147483664" r:id="rId6"/>
    <p:sldMasterId id="2147483739" r:id="rId7"/>
  </p:sldMasterIdLst>
  <p:notesMasterIdLst>
    <p:notesMasterId r:id="rId16"/>
  </p:notesMasterIdLst>
  <p:sldIdLst>
    <p:sldId id="321" r:id="rId8"/>
    <p:sldId id="940" r:id="rId9"/>
    <p:sldId id="942" r:id="rId10"/>
    <p:sldId id="943" r:id="rId11"/>
    <p:sldId id="944" r:id="rId12"/>
    <p:sldId id="945" r:id="rId13"/>
    <p:sldId id="946" r:id="rId14"/>
    <p:sldId id="393" r:id="rId15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265D"/>
    <a:srgbClr val="CE2CE4"/>
    <a:srgbClr val="EBAFB5"/>
    <a:srgbClr val="F34B77"/>
    <a:srgbClr val="020000"/>
    <a:srgbClr val="303030"/>
    <a:srgbClr val="F4D3D6"/>
    <a:srgbClr val="F9E8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EFB5AD-2D91-4018-B182-85DE99DF2C21}" v="76" dt="2026-03-03T00:20:04.9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339" autoAdjust="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157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10" Type="http://schemas.openxmlformats.org/officeDocument/2006/relationships/slide" Target="slides/slide3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briel Saito" userId="S::pf2357@fiap.com.br::8d4c1566-1553-4e16-8347-5644a0af1550" providerId="AD" clId="Web-{4BEFB5AD-2D91-4018-B182-85DE99DF2C21}"/>
    <pc:docChg chg="modSld">
      <pc:chgData name="Gabriel Saito" userId="S::pf2357@fiap.com.br::8d4c1566-1553-4e16-8347-5644a0af1550" providerId="AD" clId="Web-{4BEFB5AD-2D91-4018-B182-85DE99DF2C21}" dt="2026-03-03T00:20:04.932" v="33" actId="20577"/>
      <pc:docMkLst>
        <pc:docMk/>
      </pc:docMkLst>
      <pc:sldChg chg="modSp">
        <pc:chgData name="Gabriel Saito" userId="S::pf2357@fiap.com.br::8d4c1566-1553-4e16-8347-5644a0af1550" providerId="AD" clId="Web-{4BEFB5AD-2D91-4018-B182-85DE99DF2C21}" dt="2026-03-03T00:17:06.213" v="9" actId="20577"/>
        <pc:sldMkLst>
          <pc:docMk/>
          <pc:sldMk cId="1921523018" sldId="940"/>
        </pc:sldMkLst>
        <pc:spChg chg="mod">
          <ac:chgData name="Gabriel Saito" userId="S::pf2357@fiap.com.br::8d4c1566-1553-4e16-8347-5644a0af1550" providerId="AD" clId="Web-{4BEFB5AD-2D91-4018-B182-85DE99DF2C21}" dt="2026-03-03T00:16:33.852" v="1" actId="20577"/>
          <ac:spMkLst>
            <pc:docMk/>
            <pc:sldMk cId="1921523018" sldId="940"/>
            <ac:spMk id="5" creationId="{70C6B2C5-3AD5-0813-F913-18F63AEE82D6}"/>
          </ac:spMkLst>
        </pc:spChg>
        <pc:spChg chg="mod">
          <ac:chgData name="Gabriel Saito" userId="S::pf2357@fiap.com.br::8d4c1566-1553-4e16-8347-5644a0af1550" providerId="AD" clId="Web-{4BEFB5AD-2D91-4018-B182-85DE99DF2C21}" dt="2026-03-03T00:17:06.213" v="9" actId="20577"/>
          <ac:spMkLst>
            <pc:docMk/>
            <pc:sldMk cId="1921523018" sldId="940"/>
            <ac:spMk id="6" creationId="{E1A8B3CF-7038-F871-23B6-7C8CE6938361}"/>
          </ac:spMkLst>
        </pc:spChg>
      </pc:sldChg>
      <pc:sldChg chg="modSp">
        <pc:chgData name="Gabriel Saito" userId="S::pf2357@fiap.com.br::8d4c1566-1553-4e16-8347-5644a0af1550" providerId="AD" clId="Web-{4BEFB5AD-2D91-4018-B182-85DE99DF2C21}" dt="2026-03-03T00:18:47.954" v="11" actId="20577"/>
        <pc:sldMkLst>
          <pc:docMk/>
          <pc:sldMk cId="2712815465" sldId="942"/>
        </pc:sldMkLst>
        <pc:spChg chg="mod">
          <ac:chgData name="Gabriel Saito" userId="S::pf2357@fiap.com.br::8d4c1566-1553-4e16-8347-5644a0af1550" providerId="AD" clId="Web-{4BEFB5AD-2D91-4018-B182-85DE99DF2C21}" dt="2026-03-03T00:18:47.954" v="11" actId="20577"/>
          <ac:spMkLst>
            <pc:docMk/>
            <pc:sldMk cId="2712815465" sldId="942"/>
            <ac:spMk id="2" creationId="{B8FDD1E2-005D-6FF9-5B04-B8A606CC8457}"/>
          </ac:spMkLst>
        </pc:spChg>
      </pc:sldChg>
      <pc:sldChg chg="modSp">
        <pc:chgData name="Gabriel Saito" userId="S::pf2357@fiap.com.br::8d4c1566-1553-4e16-8347-5644a0af1550" providerId="AD" clId="Web-{4BEFB5AD-2D91-4018-B182-85DE99DF2C21}" dt="2026-03-03T00:19:01.050" v="14" actId="20577"/>
        <pc:sldMkLst>
          <pc:docMk/>
          <pc:sldMk cId="4073555063" sldId="943"/>
        </pc:sldMkLst>
        <pc:spChg chg="mod">
          <ac:chgData name="Gabriel Saito" userId="S::pf2357@fiap.com.br::8d4c1566-1553-4e16-8347-5644a0af1550" providerId="AD" clId="Web-{4BEFB5AD-2D91-4018-B182-85DE99DF2C21}" dt="2026-03-03T00:19:01.050" v="14" actId="20577"/>
          <ac:spMkLst>
            <pc:docMk/>
            <pc:sldMk cId="4073555063" sldId="943"/>
            <ac:spMk id="2" creationId="{BDF8FE8D-B33B-589C-11CA-CBDAE4955257}"/>
          </ac:spMkLst>
        </pc:spChg>
        <pc:spChg chg="mod">
          <ac:chgData name="Gabriel Saito" userId="S::pf2357@fiap.com.br::8d4c1566-1553-4e16-8347-5644a0af1550" providerId="AD" clId="Web-{4BEFB5AD-2D91-4018-B182-85DE99DF2C21}" dt="2026-03-03T00:18:53.346" v="12" actId="20577"/>
          <ac:spMkLst>
            <pc:docMk/>
            <pc:sldMk cId="4073555063" sldId="943"/>
            <ac:spMk id="3" creationId="{59C6581F-8BFB-42A3-86F7-2476A6970472}"/>
          </ac:spMkLst>
        </pc:spChg>
      </pc:sldChg>
      <pc:sldChg chg="modSp">
        <pc:chgData name="Gabriel Saito" userId="S::pf2357@fiap.com.br::8d4c1566-1553-4e16-8347-5644a0af1550" providerId="AD" clId="Web-{4BEFB5AD-2D91-4018-B182-85DE99DF2C21}" dt="2026-03-03T00:19:13.786" v="18" actId="20577"/>
        <pc:sldMkLst>
          <pc:docMk/>
          <pc:sldMk cId="2378313641" sldId="944"/>
        </pc:sldMkLst>
        <pc:spChg chg="mod">
          <ac:chgData name="Gabriel Saito" userId="S::pf2357@fiap.com.br::8d4c1566-1553-4e16-8347-5644a0af1550" providerId="AD" clId="Web-{4BEFB5AD-2D91-4018-B182-85DE99DF2C21}" dt="2026-03-03T00:19:13.786" v="18" actId="20577"/>
          <ac:spMkLst>
            <pc:docMk/>
            <pc:sldMk cId="2378313641" sldId="944"/>
            <ac:spMk id="2" creationId="{226C7323-15EE-68A4-F61D-77F8472E0FEF}"/>
          </ac:spMkLst>
        </pc:spChg>
        <pc:spChg chg="mod">
          <ac:chgData name="Gabriel Saito" userId="S::pf2357@fiap.com.br::8d4c1566-1553-4e16-8347-5644a0af1550" providerId="AD" clId="Web-{4BEFB5AD-2D91-4018-B182-85DE99DF2C21}" dt="2026-03-03T00:19:08.004" v="16" actId="20577"/>
          <ac:spMkLst>
            <pc:docMk/>
            <pc:sldMk cId="2378313641" sldId="944"/>
            <ac:spMk id="3" creationId="{C77FCBAE-A27D-12B8-D490-3BDEBC55DFF9}"/>
          </ac:spMkLst>
        </pc:spChg>
      </pc:sldChg>
      <pc:sldChg chg="modSp">
        <pc:chgData name="Gabriel Saito" userId="S::pf2357@fiap.com.br::8d4c1566-1553-4e16-8347-5644a0af1550" providerId="AD" clId="Web-{4BEFB5AD-2D91-4018-B182-85DE99DF2C21}" dt="2026-03-03T00:19:42.680" v="26" actId="20577"/>
        <pc:sldMkLst>
          <pc:docMk/>
          <pc:sldMk cId="4099799948" sldId="945"/>
        </pc:sldMkLst>
        <pc:spChg chg="mod">
          <ac:chgData name="Gabriel Saito" userId="S::pf2357@fiap.com.br::8d4c1566-1553-4e16-8347-5644a0af1550" providerId="AD" clId="Web-{4BEFB5AD-2D91-4018-B182-85DE99DF2C21}" dt="2026-03-03T00:19:42.680" v="26" actId="20577"/>
          <ac:spMkLst>
            <pc:docMk/>
            <pc:sldMk cId="4099799948" sldId="945"/>
            <ac:spMk id="2" creationId="{8DA88D0C-52A6-C1A4-3D9F-DC86E670F28E}"/>
          </ac:spMkLst>
        </pc:spChg>
        <pc:spChg chg="mod">
          <ac:chgData name="Gabriel Saito" userId="S::pf2357@fiap.com.br::8d4c1566-1553-4e16-8347-5644a0af1550" providerId="AD" clId="Web-{4BEFB5AD-2D91-4018-B182-85DE99DF2C21}" dt="2026-03-03T00:19:21.443" v="20" actId="20577"/>
          <ac:spMkLst>
            <pc:docMk/>
            <pc:sldMk cId="4099799948" sldId="945"/>
            <ac:spMk id="3" creationId="{13541B9F-41B3-2E5F-CAA8-A103531A6E68}"/>
          </ac:spMkLst>
        </pc:spChg>
      </pc:sldChg>
      <pc:sldChg chg="modSp">
        <pc:chgData name="Gabriel Saito" userId="S::pf2357@fiap.com.br::8d4c1566-1553-4e16-8347-5644a0af1550" providerId="AD" clId="Web-{4BEFB5AD-2D91-4018-B182-85DE99DF2C21}" dt="2026-03-03T00:20:04.932" v="33" actId="20577"/>
        <pc:sldMkLst>
          <pc:docMk/>
          <pc:sldMk cId="1922901910" sldId="946"/>
        </pc:sldMkLst>
        <pc:spChg chg="mod">
          <ac:chgData name="Gabriel Saito" userId="S::pf2357@fiap.com.br::8d4c1566-1553-4e16-8347-5644a0af1550" providerId="AD" clId="Web-{4BEFB5AD-2D91-4018-B182-85DE99DF2C21}" dt="2026-03-03T00:20:04.932" v="33" actId="20577"/>
          <ac:spMkLst>
            <pc:docMk/>
            <pc:sldMk cId="1922901910" sldId="946"/>
            <ac:spMk id="2" creationId="{A1E7B3EE-110E-2C7C-D82F-694C925EECCA}"/>
          </ac:spMkLst>
        </pc:spChg>
        <pc:spChg chg="mod">
          <ac:chgData name="Gabriel Saito" userId="S::pf2357@fiap.com.br::8d4c1566-1553-4e16-8347-5644a0af1550" providerId="AD" clId="Web-{4BEFB5AD-2D91-4018-B182-85DE99DF2C21}" dt="2026-03-03T00:19:46.274" v="27" actId="20577"/>
          <ac:spMkLst>
            <pc:docMk/>
            <pc:sldMk cId="1922901910" sldId="946"/>
            <ac:spMk id="3" creationId="{A2066529-2DB0-5C27-788C-E692F55C21C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498697-E7EB-B84D-9726-13965ED94444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C6CD5E-26BD-9B45-BB2F-78648736C277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288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C55BD2-FBEE-2B43-BCA3-95F743A4C72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733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323529" y="44627"/>
            <a:ext cx="7272808" cy="720079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Slide 1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79512" y="908720"/>
            <a:ext cx="8712968" cy="5328592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pt-BR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9581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190501"/>
            <a:ext cx="7323138" cy="5556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162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0" y="44625"/>
            <a:ext cx="7596336" cy="1224136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pt-BR" dirty="0"/>
              <a:t>Slide 2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475657" y="1340768"/>
            <a:ext cx="6192688" cy="410445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dirty="0"/>
              <a:t>Clique para editar o estilo do subtítulo mestre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619673" y="44625"/>
            <a:ext cx="6120680" cy="1008112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pt-BR" dirty="0"/>
              <a:t>Slide 3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47664" y="1268760"/>
            <a:ext cx="6192688" cy="417646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dirty="0"/>
              <a:t>Clique para editar o estilo do subtítulo mestre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9D725-AF79-4FB6-8D02-83EAC61E3211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629CB-7937-4506-A327-ACF88B95BB03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856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C2E43-1104-4361-9C00-4DD9ABBC5D8F}" type="datetimeFigureOut">
              <a:rPr lang="pt-BR" smtClean="0"/>
              <a:pPr/>
              <a:t>02/03/2026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85481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9D725-AF79-4FB6-8D02-83EAC61E3211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629CB-7937-4506-A327-ACF88B95BB03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828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C2E43-1104-4361-9C00-4DD9ABBC5D8F}" type="datetimeFigureOut">
              <a:rPr lang="pt-BR" smtClean="0"/>
              <a:pPr/>
              <a:t>02/03/2026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8292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C2E43-1104-4361-9C00-4DD9ABBC5D8F}" type="datetimeFigureOut">
              <a:rPr lang="pt-BR" smtClean="0"/>
              <a:pPr/>
              <a:t>02/03/2026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1823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C2E43-1104-4361-9C00-4DD9ABBC5D8F}" type="datetimeFigureOut">
              <a:rPr lang="pt-BR" smtClean="0"/>
              <a:pPr/>
              <a:t>02/03/2026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43957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0825E-4A15-4D39-8176-1F07E904CB30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4AAA4-6363-4581-962D-1ACCC2D600C5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6296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1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C2E43-1104-4361-9C00-4DD9ABBC5D8F}" type="datetimeFigureOut">
              <a:rPr lang="pt-BR" smtClean="0"/>
              <a:pPr/>
              <a:t>02/03/2026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73397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C2E43-1104-4361-9C00-4DD9ABBC5D8F}" type="datetimeFigureOut">
              <a:rPr lang="pt-BR" smtClean="0"/>
              <a:pPr/>
              <a:t>02/03/2026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37524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C2E43-1104-4361-9C00-4DD9ABBC5D8F}" type="datetimeFigureOut">
              <a:rPr lang="pt-BR" smtClean="0"/>
              <a:pPr/>
              <a:t>02/03/2026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98760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C2E43-1104-4361-9C00-4DD9ABBC5D8F}" type="datetimeFigureOut">
              <a:rPr lang="pt-BR" smtClean="0"/>
              <a:pPr/>
              <a:t>02/03/2026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33562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udo_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51521" y="908720"/>
            <a:ext cx="7632848" cy="5328592"/>
          </a:xfrm>
        </p:spPr>
        <p:txBody>
          <a:bodyPr/>
          <a:lstStyle/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fld id="{8A4DB464-D8D8-41F6-9F38-5EDC4563F372}" type="slidenum">
              <a:rPr lang="pt-BR" smtClean="0"/>
              <a:pPr/>
              <a:t>‹nº›</a:t>
            </a:fld>
            <a:endParaRPr lang="pt-BR" dirty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13" hasCustomPrompt="1"/>
          </p:nvPr>
        </p:nvSpPr>
        <p:spPr>
          <a:xfrm>
            <a:off x="251521" y="44626"/>
            <a:ext cx="7704534" cy="575791"/>
          </a:xfrm>
        </p:spPr>
        <p:txBody>
          <a:bodyPr/>
          <a:lstStyle>
            <a:lvl1pPr marL="0" indent="0">
              <a:buNone/>
              <a:defRPr b="1">
                <a:effectLst/>
              </a:defRPr>
            </a:lvl1pPr>
          </a:lstStyle>
          <a:p>
            <a:pPr lvl="0"/>
            <a:r>
              <a:rPr lang="pt-BR" dirty="0"/>
              <a:t>Título</a:t>
            </a:r>
          </a:p>
        </p:txBody>
      </p:sp>
    </p:spTree>
    <p:extLst>
      <p:ext uri="{BB962C8B-B14F-4D97-AF65-F5344CB8AC3E}">
        <p14:creationId xmlns:p14="http://schemas.microsoft.com/office/powerpoint/2010/main" val="1817665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l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Imagem 7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5923287"/>
      </p:ext>
    </p:extLst>
  </p:cSld>
  <p:clrMapOvr>
    <a:masterClrMapping/>
  </p:clrMapOvr>
  <p:transition spd="med">
    <p:fade thruBlk="1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ogo +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4242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4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8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5" Type="http://schemas.openxmlformats.org/officeDocument/2006/relationships/theme" Target="../theme/theme4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DC2E43-1104-4361-9C00-4DD9ABBC5D8F}" type="datetimeFigureOut">
              <a:rPr lang="pt-BR" smtClean="0"/>
              <a:pPr/>
              <a:t>02/03/2026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2050" name="Picture 2" descr="K:\Júnior\B.I\FIAP Shift\Template 4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0" y="2"/>
            <a:ext cx="9144000" cy="6858001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7" r:id="rId2"/>
    <p:sldLayoutId id="2147483668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F66E0A-C854-4299-A8D3-265B33E61F69}" type="datetimeFigureOut">
              <a:rPr lang="pt-BR" smtClean="0"/>
              <a:pPr/>
              <a:t>02/03/2026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79B6C0-1EBF-4909-A23C-2B4E6C0F9776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3074" name="Picture 2" descr="K:\Júnior\B.I\FIAP Shift\Template 2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B5FC2F-4F59-4DA4-9C31-80974F5350D2}" type="datetimeFigureOut">
              <a:rPr lang="pt-BR" smtClean="0"/>
              <a:pPr/>
              <a:t>02/03/2026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8BDE16-AB64-4071-8A5E-208E5097AA46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4098" name="Picture 2" descr="K:\Júnior\B.I\FIAP Shift\Template 3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-99393"/>
            <a:ext cx="9276524" cy="6957393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DC2E43-1104-4361-9C00-4DD9ABBC5D8F}" type="datetimeFigureOut">
              <a:rPr lang="pt-BR" smtClean="0"/>
              <a:pPr/>
              <a:t>02/03/2026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1062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  <p:sldLayoutId id="2147483751" r:id="rId12"/>
    <p:sldLayoutId id="2147483753" r:id="rId13"/>
    <p:sldLayoutId id="2147483755" r:id="rId14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B6E72A25-0351-4EA7-A0C1-56A102DB83F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412" y="1"/>
            <a:ext cx="9140318" cy="68580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pic>
      <p:pic>
        <p:nvPicPr>
          <p:cNvPr id="8" name="Picture 2" descr="Resultado de imagem para lets rock the future fiap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1112" y="490188"/>
            <a:ext cx="5261776" cy="53638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tângulo 1"/>
          <p:cNvSpPr>
            <a:spLocks noChangeArrowheads="1"/>
          </p:cNvSpPr>
          <p:nvPr/>
        </p:nvSpPr>
        <p:spPr bwMode="auto">
          <a:xfrm>
            <a:off x="4451350" y="3244850"/>
            <a:ext cx="2413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pt-BR" altLang="pt-BR" sz="1800" b="0" i="0">
                <a:solidFill>
                  <a:srgbClr val="000000"/>
                </a:solidFill>
                <a:latin typeface="Times New Roman" panose="02020603050405020304" pitchFamily="18" charset="0"/>
              </a:rPr>
              <a:t> </a:t>
            </a:r>
            <a:endParaRPr lang="pt-BR" altLang="pt-BR" sz="1800">
              <a:solidFill>
                <a:schemeClr val="bg2"/>
              </a:solidFill>
              <a:latin typeface="Square721 BT" pitchFamily="34" charset="0"/>
            </a:endParaRPr>
          </a:p>
        </p:txBody>
      </p:sp>
      <p:pic>
        <p:nvPicPr>
          <p:cNvPr id="6" name="Imagem 1">
            <a:extLst>
              <a:ext uri="{FF2B5EF4-FFF2-40B4-BE49-F238E27FC236}">
                <a16:creationId xmlns:a16="http://schemas.microsoft.com/office/drawing/2014/main" id="{AB8F54D6-D80E-43FE-9301-431E0CC909C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6616" y="291457"/>
            <a:ext cx="2648691" cy="712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484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70C6B2C5-3AD5-0813-F913-18F63AEE82D6}"/>
              </a:ext>
            </a:extLst>
          </p:cNvPr>
          <p:cNvSpPr txBox="1"/>
          <p:nvPr/>
        </p:nvSpPr>
        <p:spPr>
          <a:xfrm>
            <a:off x="1937370" y="388281"/>
            <a:ext cx="5276806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4800" b="1" dirty="0" err="1">
                <a:solidFill>
                  <a:srgbClr val="F0265D"/>
                </a:solidFill>
                <a:ea typeface="+mn-lt"/>
                <a:cs typeface="+mn-lt"/>
              </a:rPr>
              <a:t>Coding</a:t>
            </a:r>
            <a:r>
              <a:rPr lang="pt-BR" sz="4800" b="1" dirty="0">
                <a:solidFill>
                  <a:srgbClr val="F0265D"/>
                </a:solidFill>
                <a:ea typeface="+mn-lt"/>
                <a:cs typeface="+mn-lt"/>
              </a:rPr>
              <a:t> for Security</a:t>
            </a:r>
            <a:endParaRPr lang="pt-BR" sz="3600" b="1" dirty="0">
              <a:solidFill>
                <a:srgbClr val="F0265D"/>
              </a:solidFill>
              <a:ea typeface="Calibri"/>
              <a:cs typeface="Calibri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1A8B3CF-7038-F871-23B6-7C8CE6938361}"/>
              </a:ext>
            </a:extLst>
          </p:cNvPr>
          <p:cNvSpPr txBox="1"/>
          <p:nvPr/>
        </p:nvSpPr>
        <p:spPr>
          <a:xfrm>
            <a:off x="1741113" y="1712284"/>
            <a:ext cx="5660096" cy="50783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 dirty="0">
                <a:solidFill>
                  <a:srgbClr val="F0265D"/>
                </a:solidFill>
                <a:ea typeface="+mn-lt"/>
                <a:cs typeface="+mn-lt"/>
              </a:rPr>
              <a:t> Aula Inaugural</a:t>
            </a:r>
            <a:br>
              <a:rPr lang="pt-BR" b="1" dirty="0">
                <a:solidFill>
                  <a:schemeClr val="bg1"/>
                </a:solidFill>
                <a:ea typeface="+mn-lt"/>
                <a:cs typeface="+mn-lt"/>
              </a:rPr>
            </a:br>
            <a:endParaRPr lang="pt-BR" dirty="0">
              <a:solidFill>
                <a:schemeClr val="bg1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pt-BR" b="1" dirty="0">
                <a:solidFill>
                  <a:srgbClr val="F0265D"/>
                </a:solidFill>
                <a:ea typeface="+mn-lt"/>
                <a:cs typeface="+mn-lt"/>
              </a:rPr>
              <a:t>Quem sou eu?</a:t>
            </a:r>
            <a:r>
              <a:rPr lang="pt-BR" dirty="0">
                <a:solidFill>
                  <a:srgbClr val="F0265D"/>
                </a:solidFill>
                <a:ea typeface="+mn-lt"/>
                <a:cs typeface="+mn-lt"/>
              </a:rPr>
              <a:t> </a:t>
            </a:r>
            <a:r>
              <a:rPr lang="pt-BR" dirty="0">
                <a:solidFill>
                  <a:schemeClr val="bg1"/>
                </a:solidFill>
                <a:ea typeface="+mn-lt"/>
                <a:cs typeface="+mn-lt"/>
              </a:rPr>
              <a:t>- Apresentação do professor.</a:t>
            </a:r>
            <a:br>
              <a:rPr lang="pt-BR" dirty="0">
                <a:solidFill>
                  <a:schemeClr val="bg1"/>
                </a:solidFill>
                <a:ea typeface="+mn-lt"/>
                <a:cs typeface="+mn-lt"/>
              </a:rPr>
            </a:br>
            <a:endParaRPr lang="pt-BR" dirty="0">
              <a:solidFill>
                <a:schemeClr val="bg1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pt-BR" b="1" dirty="0">
                <a:solidFill>
                  <a:srgbClr val="F0265D"/>
                </a:solidFill>
                <a:ea typeface="+mn-lt"/>
                <a:cs typeface="+mn-lt"/>
              </a:rPr>
              <a:t>O que é "</a:t>
            </a:r>
            <a:r>
              <a:rPr lang="pt-BR" b="1" dirty="0" err="1">
                <a:solidFill>
                  <a:srgbClr val="F0265D"/>
                </a:solidFill>
                <a:ea typeface="+mn-lt"/>
                <a:cs typeface="+mn-lt"/>
              </a:rPr>
              <a:t>Coding</a:t>
            </a:r>
            <a:r>
              <a:rPr lang="pt-BR" b="1" dirty="0">
                <a:solidFill>
                  <a:srgbClr val="F0265D"/>
                </a:solidFill>
                <a:ea typeface="+mn-lt"/>
                <a:cs typeface="+mn-lt"/>
              </a:rPr>
              <a:t> for Security"?</a:t>
            </a:r>
            <a:r>
              <a:rPr lang="pt-BR" dirty="0">
                <a:solidFill>
                  <a:schemeClr val="bg1"/>
                </a:solidFill>
                <a:ea typeface="+mn-lt"/>
                <a:cs typeface="+mn-lt"/>
              </a:rPr>
              <a:t> - Além da programação.</a:t>
            </a:r>
            <a:br>
              <a:rPr lang="pt-BR" dirty="0">
                <a:solidFill>
                  <a:schemeClr val="bg1"/>
                </a:solidFill>
                <a:ea typeface="+mn-lt"/>
                <a:cs typeface="+mn-lt"/>
              </a:rPr>
            </a:br>
            <a:endParaRPr lang="pt-BR" dirty="0">
              <a:solidFill>
                <a:schemeClr val="bg1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pt-BR" b="1" dirty="0">
                <a:solidFill>
                  <a:srgbClr val="F0265D"/>
                </a:solidFill>
                <a:ea typeface="+mn-lt"/>
                <a:cs typeface="+mn-lt"/>
              </a:rPr>
              <a:t>Por que Python?</a:t>
            </a:r>
            <a:r>
              <a:rPr lang="pt-BR" dirty="0">
                <a:solidFill>
                  <a:schemeClr val="bg1"/>
                </a:solidFill>
                <a:ea typeface="+mn-lt"/>
                <a:cs typeface="+mn-lt"/>
              </a:rPr>
              <a:t> - A linguagem preferida dos profissionais de segurança.</a:t>
            </a:r>
            <a:br>
              <a:rPr lang="pt-BR" dirty="0">
                <a:solidFill>
                  <a:schemeClr val="bg1"/>
                </a:solidFill>
                <a:ea typeface="+mn-lt"/>
                <a:cs typeface="+mn-lt"/>
              </a:rPr>
            </a:br>
            <a:endParaRPr lang="pt-BR" dirty="0">
              <a:solidFill>
                <a:schemeClr val="bg1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pt-BR" b="1" dirty="0">
                <a:solidFill>
                  <a:srgbClr val="F0265D"/>
                </a:solidFill>
                <a:ea typeface="+mn-lt"/>
                <a:cs typeface="+mn-lt"/>
              </a:rPr>
              <a:t>O que vamos construir?</a:t>
            </a:r>
            <a:r>
              <a:rPr lang="pt-BR" dirty="0">
                <a:solidFill>
                  <a:schemeClr val="bg1"/>
                </a:solidFill>
                <a:ea typeface="+mn-lt"/>
                <a:cs typeface="+mn-lt"/>
              </a:rPr>
              <a:t> - O arsenal do profissional de </a:t>
            </a:r>
            <a:r>
              <a:rPr lang="pt-BR">
                <a:solidFill>
                  <a:schemeClr val="bg1"/>
                </a:solidFill>
                <a:ea typeface="+mn-lt"/>
                <a:cs typeface="+mn-lt"/>
              </a:rPr>
              <a:t>segurança.</a:t>
            </a:r>
            <a:br>
              <a:rPr lang="pt-BR" dirty="0">
                <a:solidFill>
                  <a:schemeClr val="bg1"/>
                </a:solidFill>
                <a:ea typeface="+mn-lt"/>
                <a:cs typeface="+mn-lt"/>
              </a:rPr>
            </a:br>
            <a:endParaRPr lang="pt-BR" dirty="0">
              <a:solidFill>
                <a:schemeClr val="bg1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pt-BR" b="1" dirty="0">
                <a:solidFill>
                  <a:srgbClr val="F0265D"/>
                </a:solidFill>
                <a:ea typeface="+mn-lt"/>
                <a:cs typeface="+mn-lt"/>
              </a:rPr>
              <a:t>Áreas de Atuação</a:t>
            </a:r>
            <a:r>
              <a:rPr lang="pt-BR" dirty="0">
                <a:solidFill>
                  <a:srgbClr val="F0265D"/>
                </a:solidFill>
                <a:ea typeface="+mn-lt"/>
                <a:cs typeface="+mn-lt"/>
              </a:rPr>
              <a:t> </a:t>
            </a:r>
            <a:r>
              <a:rPr lang="pt-BR" dirty="0">
                <a:solidFill>
                  <a:schemeClr val="bg1"/>
                </a:solidFill>
                <a:ea typeface="+mn-lt"/>
                <a:cs typeface="+mn-lt"/>
              </a:rPr>
              <a:t>- Onde você poderá aplicar este conhecimento.</a:t>
            </a:r>
            <a:br>
              <a:rPr lang="pt-BR" dirty="0">
                <a:solidFill>
                  <a:schemeClr val="bg1"/>
                </a:solidFill>
                <a:ea typeface="+mn-lt"/>
                <a:cs typeface="+mn-lt"/>
              </a:rPr>
            </a:br>
            <a:endParaRPr lang="pt-BR" dirty="0">
              <a:solidFill>
                <a:schemeClr val="bg1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pt-BR" b="1" dirty="0">
                <a:solidFill>
                  <a:srgbClr val="F0265D"/>
                </a:solidFill>
                <a:ea typeface="+mn-lt"/>
                <a:cs typeface="+mn-lt"/>
              </a:rPr>
              <a:t>Nosso Plano de Voo</a:t>
            </a:r>
            <a:r>
              <a:rPr lang="pt-BR" dirty="0">
                <a:solidFill>
                  <a:schemeClr val="bg1"/>
                </a:solidFill>
                <a:ea typeface="+mn-lt"/>
                <a:cs typeface="+mn-lt"/>
              </a:rPr>
              <a:t> - Apresentação do plano de ensino e da avaliação.</a:t>
            </a:r>
          </a:p>
          <a:p>
            <a:pPr algn="l"/>
            <a:endParaRPr lang="pt-BR" dirty="0">
              <a:solidFill>
                <a:schemeClr val="bg1"/>
              </a:solidFill>
              <a:ea typeface="+mn-lt"/>
              <a:cs typeface="+mn-lt"/>
            </a:endParaRPr>
          </a:p>
        </p:txBody>
      </p:sp>
      <p:pic>
        <p:nvPicPr>
          <p:cNvPr id="3" name="Imagem 1" descr="Ícone&#10;&#10;O conteúdo gerado por IA pode estar incorreto.">
            <a:extLst>
              <a:ext uri="{FF2B5EF4-FFF2-40B4-BE49-F238E27FC236}">
                <a16:creationId xmlns:a16="http://schemas.microsoft.com/office/drawing/2014/main" id="{53FF6E2F-8401-4F27-AAA0-3D8958574EB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1328" y="190873"/>
            <a:ext cx="1459971" cy="392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523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11FC2F54-7D5A-4557-98BA-30F63883F89A}"/>
              </a:ext>
            </a:extLst>
          </p:cNvPr>
          <p:cNvSpPr/>
          <p:nvPr/>
        </p:nvSpPr>
        <p:spPr>
          <a:xfrm>
            <a:off x="952107" y="1145357"/>
            <a:ext cx="6787299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pt-BR" sz="1600" b="1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algn="ctr"/>
            <a:endParaRPr lang="pt-BR" sz="16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algn="ctr"/>
            <a:endParaRPr lang="pt-BR" sz="16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endParaRPr lang="pt-BR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8FDD1E2-005D-6FF9-5B04-B8A606CC8457}"/>
              </a:ext>
            </a:extLst>
          </p:cNvPr>
          <p:cNvSpPr txBox="1"/>
          <p:nvPr/>
        </p:nvSpPr>
        <p:spPr>
          <a:xfrm>
            <a:off x="454764" y="82136"/>
            <a:ext cx="5727099" cy="68634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 dirty="0">
                <a:solidFill>
                  <a:srgbClr val="F0265D"/>
                </a:solidFill>
              </a:rPr>
              <a:t>Gabriel Alejandro Saavedra Saito</a:t>
            </a:r>
            <a:br>
              <a:rPr lang="en-US" dirty="0">
                <a:solidFill>
                  <a:schemeClr val="bg1"/>
                </a:solidFill>
              </a:rPr>
            </a:br>
            <a:endParaRPr lang="en-US" sz="2000">
              <a:solidFill>
                <a:schemeClr val="bg1"/>
              </a:solidFill>
              <a:ea typeface="Calibri"/>
              <a:cs typeface="Calibri"/>
            </a:endParaRPr>
          </a:p>
          <a:p>
            <a:pPr marL="457200" indent="-457200">
              <a:buFont typeface="Wingdings"/>
              <a:buChar char="§"/>
            </a:pPr>
            <a:r>
              <a:rPr lang="en-US" sz="2000" b="1" dirty="0">
                <a:solidFill>
                  <a:schemeClr val="bg1"/>
                </a:solidFill>
              </a:rPr>
              <a:t>26 </a:t>
            </a:r>
            <a:r>
              <a:rPr lang="en-US" sz="2000" b="1" dirty="0" err="1">
                <a:solidFill>
                  <a:schemeClr val="bg1"/>
                </a:solidFill>
              </a:rPr>
              <a:t>anos</a:t>
            </a:r>
            <a:r>
              <a:rPr lang="en-US" sz="2000" b="1" dirty="0">
                <a:solidFill>
                  <a:schemeClr val="bg1"/>
                </a:solidFill>
              </a:rPr>
              <a:t>, </a:t>
            </a:r>
            <a:r>
              <a:rPr lang="en-US" sz="2000" dirty="0" err="1">
                <a:solidFill>
                  <a:schemeClr val="bg1"/>
                </a:solidFill>
              </a:rPr>
              <a:t>Apaixonado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por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tecnologia</a:t>
            </a:r>
            <a:r>
              <a:rPr lang="en-US" sz="2000" b="1" dirty="0">
                <a:solidFill>
                  <a:schemeClr val="bg1"/>
                </a:solidFill>
              </a:rPr>
              <a:t>, </a:t>
            </a:r>
            <a:r>
              <a:rPr lang="en-US" sz="2000" dirty="0" err="1">
                <a:solidFill>
                  <a:schemeClr val="bg1"/>
                </a:solidFill>
              </a:rPr>
              <a:t>Atividades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fisicas</a:t>
            </a:r>
            <a:r>
              <a:rPr lang="en-US" sz="2000" dirty="0">
                <a:solidFill>
                  <a:schemeClr val="bg1"/>
                </a:solidFill>
              </a:rPr>
              <a:t>, </a:t>
            </a:r>
            <a:r>
              <a:rPr lang="en-US" sz="2000" dirty="0" err="1">
                <a:solidFill>
                  <a:schemeClr val="bg1"/>
                </a:solidFill>
              </a:rPr>
              <a:t>Jogos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eletronicos</a:t>
            </a:r>
            <a:r>
              <a:rPr lang="en-US" sz="2000" dirty="0">
                <a:solidFill>
                  <a:schemeClr val="bg1"/>
                </a:solidFill>
              </a:rPr>
              <a:t> e </a:t>
            </a:r>
            <a:r>
              <a:rPr lang="en-US" sz="2000" dirty="0" err="1">
                <a:solidFill>
                  <a:schemeClr val="bg1"/>
                </a:solidFill>
              </a:rPr>
              <a:t>Adrenalina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em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altas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velocidades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  <a:endParaRPr lang="en-US" sz="2000" dirty="0">
              <a:solidFill>
                <a:schemeClr val="bg1"/>
              </a:solidFill>
              <a:ea typeface="Calibri"/>
              <a:cs typeface="Calibri"/>
            </a:endParaRPr>
          </a:p>
          <a:p>
            <a:pPr marL="457200" indent="-457200">
              <a:buFont typeface="Wingdings"/>
              <a:buChar char="§"/>
            </a:pPr>
            <a:endParaRPr lang="en-US" sz="2000" dirty="0">
              <a:solidFill>
                <a:schemeClr val="bg1"/>
              </a:solidFill>
              <a:ea typeface="Calibri"/>
              <a:cs typeface="Calibri"/>
            </a:endParaRPr>
          </a:p>
          <a:p>
            <a:pPr marL="457200" indent="-457200">
              <a:buFont typeface="Wingdings"/>
              <a:buChar char="§"/>
            </a:pPr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MBA - </a:t>
            </a:r>
            <a:r>
              <a:rPr lang="en-US" sz="2000" dirty="0" err="1">
                <a:solidFill>
                  <a:schemeClr val="bg1"/>
                </a:solidFill>
                <a:ea typeface="Calibri"/>
                <a:cs typeface="Calibri"/>
              </a:rPr>
              <a:t>Gestão</a:t>
            </a:r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 de </a:t>
            </a:r>
            <a:r>
              <a:rPr lang="en-US" sz="2000" dirty="0" err="1">
                <a:solidFill>
                  <a:schemeClr val="bg1"/>
                </a:solidFill>
                <a:ea typeface="Calibri"/>
                <a:cs typeface="Calibri"/>
              </a:rPr>
              <a:t>Projetos</a:t>
            </a:r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 e </a:t>
            </a:r>
            <a:r>
              <a:rPr lang="en-US" sz="2000" dirty="0" err="1">
                <a:solidFill>
                  <a:schemeClr val="bg1"/>
                </a:solidFill>
                <a:ea typeface="Calibri"/>
                <a:cs typeface="Calibri"/>
              </a:rPr>
              <a:t>Pessoas</a:t>
            </a:r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.</a:t>
            </a:r>
          </a:p>
          <a:p>
            <a:pPr marL="457200" indent="-457200">
              <a:buFont typeface="Wingdings"/>
              <a:buChar char="§"/>
            </a:pPr>
            <a:r>
              <a:rPr lang="en-US" sz="2000" dirty="0" err="1">
                <a:solidFill>
                  <a:schemeClr val="bg1"/>
                </a:solidFill>
                <a:ea typeface="Calibri"/>
                <a:cs typeface="Calibri"/>
              </a:rPr>
              <a:t>Graduação</a:t>
            </a:r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 </a:t>
            </a:r>
            <a:r>
              <a:rPr lang="en-US" sz="2000" dirty="0" err="1">
                <a:solidFill>
                  <a:schemeClr val="bg1"/>
                </a:solidFill>
                <a:ea typeface="Calibri"/>
                <a:cs typeface="Calibri"/>
              </a:rPr>
              <a:t>em</a:t>
            </a:r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 Redes de </a:t>
            </a:r>
            <a:r>
              <a:rPr lang="en-US" sz="2000" dirty="0" err="1">
                <a:solidFill>
                  <a:schemeClr val="bg1"/>
                </a:solidFill>
                <a:ea typeface="Calibri"/>
                <a:cs typeface="Calibri"/>
              </a:rPr>
              <a:t>Computadores</a:t>
            </a:r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.</a:t>
            </a:r>
          </a:p>
          <a:p>
            <a:pPr marL="457200" indent="-457200">
              <a:buFont typeface="Wingdings"/>
              <a:buChar char="§"/>
            </a:pPr>
            <a:r>
              <a:rPr lang="en-US" sz="2000" dirty="0" err="1">
                <a:solidFill>
                  <a:schemeClr val="bg1"/>
                </a:solidFill>
                <a:ea typeface="Calibri"/>
                <a:cs typeface="Calibri"/>
              </a:rPr>
              <a:t>Tecnico</a:t>
            </a:r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 </a:t>
            </a:r>
            <a:r>
              <a:rPr lang="en-US" sz="2000" dirty="0" err="1">
                <a:solidFill>
                  <a:schemeClr val="bg1"/>
                </a:solidFill>
                <a:ea typeface="Calibri"/>
                <a:cs typeface="Calibri"/>
              </a:rPr>
              <a:t>em</a:t>
            </a:r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 Redes de </a:t>
            </a:r>
            <a:r>
              <a:rPr lang="en-US" sz="2000" dirty="0" err="1">
                <a:solidFill>
                  <a:schemeClr val="bg1"/>
                </a:solidFill>
                <a:ea typeface="Calibri"/>
                <a:cs typeface="Calibri"/>
              </a:rPr>
              <a:t>Computadores</a:t>
            </a:r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.</a:t>
            </a:r>
            <a:b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</a:br>
            <a:endParaRPr lang="en-US" sz="2000" dirty="0">
              <a:solidFill>
                <a:schemeClr val="bg1"/>
              </a:solidFill>
              <a:ea typeface="Calibri"/>
              <a:cs typeface="Calibri"/>
            </a:endParaRPr>
          </a:p>
          <a:p>
            <a:pPr marL="457200" indent="-457200">
              <a:buFont typeface="Wingdings"/>
              <a:buChar char="§"/>
            </a:pPr>
            <a:r>
              <a:rPr lang="en-US" sz="2000" dirty="0" err="1">
                <a:solidFill>
                  <a:schemeClr val="bg1"/>
                </a:solidFill>
                <a:ea typeface="Calibri"/>
                <a:cs typeface="Calibri"/>
              </a:rPr>
              <a:t>Certificado</a:t>
            </a:r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 </a:t>
            </a:r>
            <a:r>
              <a:rPr lang="en-US" sz="2000" dirty="0" err="1">
                <a:solidFill>
                  <a:schemeClr val="bg1"/>
                </a:solidFill>
                <a:ea typeface="Calibri"/>
                <a:cs typeface="Calibri"/>
              </a:rPr>
              <a:t>em</a:t>
            </a:r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 Cisco, Cloud, </a:t>
            </a:r>
            <a:r>
              <a:rPr lang="en-US" sz="2000" dirty="0" err="1">
                <a:solidFill>
                  <a:schemeClr val="bg1"/>
                </a:solidFill>
                <a:ea typeface="Calibri"/>
                <a:cs typeface="Calibri"/>
              </a:rPr>
              <a:t>Devops</a:t>
            </a:r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, </a:t>
            </a:r>
            <a:r>
              <a:rPr lang="en-US" sz="2000" dirty="0" err="1">
                <a:solidFill>
                  <a:schemeClr val="bg1"/>
                </a:solidFill>
                <a:ea typeface="Calibri"/>
                <a:cs typeface="Calibri"/>
              </a:rPr>
              <a:t>CyberSecurity</a:t>
            </a:r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 e AppSec...</a:t>
            </a:r>
          </a:p>
          <a:p>
            <a:pPr marL="457200" indent="-457200">
              <a:buFont typeface="Wingdings"/>
              <a:buChar char="§"/>
            </a:pPr>
            <a:endParaRPr lang="en-US" sz="2000" dirty="0">
              <a:solidFill>
                <a:schemeClr val="bg1"/>
              </a:solidFill>
              <a:ea typeface="Calibri"/>
              <a:cs typeface="Calibri"/>
            </a:endParaRPr>
          </a:p>
          <a:p>
            <a:pPr marL="457200" indent="-457200">
              <a:buFont typeface="Wingdings"/>
              <a:buChar char="§"/>
            </a:pPr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Mais de 11 Anos de </a:t>
            </a:r>
            <a:r>
              <a:rPr lang="en-US" sz="2000" dirty="0" err="1">
                <a:solidFill>
                  <a:schemeClr val="bg1"/>
                </a:solidFill>
                <a:ea typeface="Calibri"/>
                <a:cs typeface="Calibri"/>
              </a:rPr>
              <a:t>experiencia</a:t>
            </a:r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.</a:t>
            </a:r>
          </a:p>
          <a:p>
            <a:pPr marL="457200" indent="-457200">
              <a:buFont typeface="Wingdings"/>
              <a:buChar char="§"/>
            </a:pPr>
            <a:endParaRPr lang="en-US" sz="2000" b="1" dirty="0">
              <a:solidFill>
                <a:srgbClr val="FFFFFF"/>
              </a:solidFill>
              <a:ea typeface="Calibri"/>
              <a:cs typeface="Calibri"/>
            </a:endParaRPr>
          </a:p>
          <a:p>
            <a:endParaRPr lang="en-US" sz="2000" dirty="0">
              <a:ea typeface="Calibri"/>
              <a:cs typeface="Calibri"/>
            </a:endParaRPr>
          </a:p>
          <a:p>
            <a:pPr>
              <a:buFont typeface="Wingdings"/>
            </a:pPr>
            <a:br>
              <a:rPr lang="en-US" sz="2000" dirty="0">
                <a:ea typeface="Calibri"/>
                <a:cs typeface="Calibri"/>
              </a:rPr>
            </a:br>
            <a:endParaRPr lang="en-US" sz="2000">
              <a:solidFill>
                <a:schemeClr val="bg1"/>
              </a:solidFill>
              <a:ea typeface="Calibri"/>
              <a:cs typeface="Calibri"/>
            </a:endParaRPr>
          </a:p>
          <a:p>
            <a:pPr marL="228600" indent="-228600">
              <a:buFont typeface="Wingdings"/>
              <a:buChar char="§"/>
            </a:pPr>
            <a:endParaRPr lang="en-US" sz="2000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pic>
        <p:nvPicPr>
          <p:cNvPr id="5" name="Imagem 1" descr="Ícone&#10;&#10;O conteúdo gerado por IA pode estar incorreto.">
            <a:extLst>
              <a:ext uri="{FF2B5EF4-FFF2-40B4-BE49-F238E27FC236}">
                <a16:creationId xmlns:a16="http://schemas.microsoft.com/office/drawing/2014/main" id="{7E880546-5F00-4A98-2DD8-24C6A665A63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1328" y="190873"/>
            <a:ext cx="1459971" cy="392458"/>
          </a:xfrm>
          <a:prstGeom prst="rect">
            <a:avLst/>
          </a:prstGeom>
        </p:spPr>
      </p:pic>
      <p:pic>
        <p:nvPicPr>
          <p:cNvPr id="7" name="Imagem 6" descr="Interface gráfica do usuário, Aplicativo, Teams&#10;&#10;O conteúdo gerado por IA pode estar incorreto.">
            <a:extLst>
              <a:ext uri="{FF2B5EF4-FFF2-40B4-BE49-F238E27FC236}">
                <a16:creationId xmlns:a16="http://schemas.microsoft.com/office/drawing/2014/main" id="{CA730502-426E-8B3F-7B19-666656A0D0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9058" y="2166210"/>
            <a:ext cx="2385036" cy="3174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815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DF8FE8D-B33B-589C-11CA-CBDAE4955257}"/>
              </a:ext>
            </a:extLst>
          </p:cNvPr>
          <p:cNvSpPr txBox="1"/>
          <p:nvPr/>
        </p:nvSpPr>
        <p:spPr>
          <a:xfrm>
            <a:off x="566928" y="1545336"/>
            <a:ext cx="8284464" cy="40934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Python é a "</a:t>
            </a:r>
            <a:r>
              <a:rPr lang="en-US" sz="2000" dirty="0" err="1">
                <a:solidFill>
                  <a:schemeClr val="bg1"/>
                </a:solidFill>
              </a:rPr>
              <a:t>canivete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suíço</a:t>
            </a:r>
            <a:r>
              <a:rPr lang="en-US" sz="2000" dirty="0">
                <a:solidFill>
                  <a:schemeClr val="bg1"/>
                </a:solidFill>
              </a:rPr>
              <a:t>" da </a:t>
            </a:r>
            <a:r>
              <a:rPr lang="en-US" sz="2000" dirty="0" err="1">
                <a:solidFill>
                  <a:schemeClr val="bg1"/>
                </a:solidFill>
              </a:rPr>
              <a:t>segurança</a:t>
            </a:r>
            <a:r>
              <a:rPr lang="en-US" sz="2000" dirty="0">
                <a:solidFill>
                  <a:schemeClr val="bg1"/>
                </a:solidFill>
              </a:rPr>
              <a:t> da </a:t>
            </a:r>
            <a:r>
              <a:rPr lang="en-US" sz="2000" dirty="0" err="1">
                <a:solidFill>
                  <a:schemeClr val="bg1"/>
                </a:solidFill>
              </a:rPr>
              <a:t>informação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  <a:br>
              <a:rPr lang="en-US" sz="2000" dirty="0">
                <a:solidFill>
                  <a:schemeClr val="bg1"/>
                </a:solidFill>
              </a:rPr>
            </a:br>
            <a:endParaRPr lang="en-US" sz="2000">
              <a:solidFill>
                <a:schemeClr val="bg1"/>
              </a:solidFill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r>
              <a:rPr lang="en-US" sz="2000" b="1" dirty="0" err="1">
                <a:solidFill>
                  <a:srgbClr val="F0265D"/>
                </a:solidFill>
              </a:rPr>
              <a:t>Simplicidade</a:t>
            </a:r>
            <a:r>
              <a:rPr lang="en-US" sz="2000" b="1" dirty="0">
                <a:solidFill>
                  <a:srgbClr val="F0265D"/>
                </a:solidFill>
              </a:rPr>
              <a:t> e </a:t>
            </a:r>
            <a:r>
              <a:rPr lang="en-US" sz="2000" b="1" dirty="0" err="1">
                <a:solidFill>
                  <a:srgbClr val="F0265D"/>
                </a:solidFill>
              </a:rPr>
              <a:t>Rapidez</a:t>
            </a:r>
            <a:r>
              <a:rPr lang="en-US" sz="2000" b="1" dirty="0">
                <a:solidFill>
                  <a:srgbClr val="F0265D"/>
                </a:solidFill>
              </a:rPr>
              <a:t>: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Permite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criar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provas</a:t>
            </a:r>
            <a:r>
              <a:rPr lang="en-US" sz="2000" dirty="0">
                <a:solidFill>
                  <a:schemeClr val="bg1"/>
                </a:solidFill>
              </a:rPr>
              <a:t> de </a:t>
            </a:r>
            <a:r>
              <a:rPr lang="en-US" sz="2000" dirty="0" err="1">
                <a:solidFill>
                  <a:schemeClr val="bg1"/>
                </a:solidFill>
              </a:rPr>
              <a:t>conceito</a:t>
            </a:r>
            <a:r>
              <a:rPr lang="en-US" sz="2000" dirty="0">
                <a:solidFill>
                  <a:schemeClr val="bg1"/>
                </a:solidFill>
              </a:rPr>
              <a:t> (</a:t>
            </a:r>
            <a:r>
              <a:rPr lang="en-US" sz="2000" dirty="0" err="1">
                <a:solidFill>
                  <a:schemeClr val="bg1"/>
                </a:solidFill>
              </a:rPr>
              <a:t>PoCs</a:t>
            </a:r>
            <a:r>
              <a:rPr lang="en-US" sz="2000" dirty="0">
                <a:solidFill>
                  <a:schemeClr val="bg1"/>
                </a:solidFill>
              </a:rPr>
              <a:t>) e ferramentas </a:t>
            </a:r>
            <a:r>
              <a:rPr lang="en-US" sz="2000" dirty="0" err="1">
                <a:solidFill>
                  <a:schemeClr val="bg1"/>
                </a:solidFill>
              </a:rPr>
              <a:t>funcionais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em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poucas</a:t>
            </a:r>
            <a:r>
              <a:rPr lang="en-US" sz="2000" dirty="0">
                <a:solidFill>
                  <a:schemeClr val="bg1"/>
                </a:solidFill>
              </a:rPr>
              <a:t> horas, </a:t>
            </a:r>
            <a:r>
              <a:rPr lang="en-US" sz="2000" dirty="0" err="1">
                <a:solidFill>
                  <a:schemeClr val="bg1"/>
                </a:solidFill>
              </a:rPr>
              <a:t>não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dias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  <a:br>
              <a:rPr lang="en-US" sz="2000" dirty="0">
                <a:solidFill>
                  <a:schemeClr val="bg1"/>
                </a:solidFill>
              </a:rPr>
            </a:br>
            <a:endParaRPr lang="en-US" sz="2000">
              <a:solidFill>
                <a:schemeClr val="bg1"/>
              </a:solidFill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r>
              <a:rPr lang="en-US" sz="2000" b="1" dirty="0" err="1">
                <a:solidFill>
                  <a:srgbClr val="F0265D"/>
                </a:solidFill>
              </a:rPr>
              <a:t>Bibliotecas</a:t>
            </a:r>
            <a:r>
              <a:rPr lang="en-US" sz="2000" b="1" dirty="0">
                <a:solidFill>
                  <a:srgbClr val="F0265D"/>
                </a:solidFill>
              </a:rPr>
              <a:t> </a:t>
            </a:r>
            <a:r>
              <a:rPr lang="en-US" sz="2000" b="1" dirty="0" err="1">
                <a:solidFill>
                  <a:srgbClr val="F0265D"/>
                </a:solidFill>
              </a:rPr>
              <a:t>Poderosas</a:t>
            </a:r>
            <a:r>
              <a:rPr lang="en-US" sz="2000" b="1" dirty="0">
                <a:solidFill>
                  <a:srgbClr val="F0265D"/>
                </a:solidFill>
              </a:rPr>
              <a:t>: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Possui</a:t>
            </a:r>
            <a:r>
              <a:rPr lang="en-US" sz="2000" dirty="0">
                <a:solidFill>
                  <a:schemeClr val="bg1"/>
                </a:solidFill>
              </a:rPr>
              <a:t> um </a:t>
            </a:r>
            <a:r>
              <a:rPr lang="en-US" sz="2000" dirty="0" err="1">
                <a:solidFill>
                  <a:schemeClr val="bg1"/>
                </a:solidFill>
              </a:rPr>
              <a:t>ecossistema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gigante</a:t>
            </a:r>
            <a:r>
              <a:rPr lang="en-US" sz="2000" dirty="0">
                <a:solidFill>
                  <a:schemeClr val="bg1"/>
                </a:solidFill>
              </a:rPr>
              <a:t> de </a:t>
            </a:r>
            <a:r>
              <a:rPr lang="en-US" sz="2000" dirty="0" err="1">
                <a:solidFill>
                  <a:schemeClr val="bg1"/>
                </a:solidFill>
              </a:rPr>
              <a:t>módulos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prontos</a:t>
            </a:r>
            <a:r>
              <a:rPr lang="en-US" sz="2000" dirty="0">
                <a:solidFill>
                  <a:schemeClr val="bg1"/>
                </a:solidFill>
              </a:rPr>
              <a:t> para </a:t>
            </a:r>
            <a:r>
              <a:rPr lang="en-US" sz="2000" dirty="0" err="1">
                <a:solidFill>
                  <a:schemeClr val="bg1"/>
                </a:solidFill>
              </a:rPr>
              <a:t>segurança</a:t>
            </a:r>
            <a:r>
              <a:rPr lang="en-US" sz="2000" dirty="0">
                <a:solidFill>
                  <a:schemeClr val="bg1"/>
                </a:solidFill>
              </a:rPr>
              <a:t>:</a:t>
            </a:r>
            <a:endParaRPr lang="en-US" sz="2000">
              <a:solidFill>
                <a:schemeClr val="bg1"/>
              </a:solidFill>
              <a:ea typeface="Calibri"/>
              <a:cs typeface="Calibri"/>
            </a:endParaRPr>
          </a:p>
          <a:p>
            <a:pPr marL="685800" lvl="2" indent="-228600">
              <a:buFont typeface="Wingdings"/>
              <a:buChar char="§"/>
            </a:pPr>
            <a:r>
              <a:rPr lang="en-US" sz="2000" dirty="0">
                <a:solidFill>
                  <a:schemeClr val="bg1"/>
                </a:solidFill>
              </a:rPr>
              <a:t>requests para </a:t>
            </a:r>
            <a:r>
              <a:rPr lang="en-US" sz="2000" err="1">
                <a:solidFill>
                  <a:schemeClr val="bg1"/>
                </a:solidFill>
              </a:rPr>
              <a:t>interagir</a:t>
            </a:r>
            <a:r>
              <a:rPr lang="en-US" sz="2000" dirty="0">
                <a:solidFill>
                  <a:schemeClr val="bg1"/>
                </a:solidFill>
              </a:rPr>
              <a:t> com APIs e web.</a:t>
            </a:r>
            <a:endParaRPr lang="en-US" sz="2000">
              <a:solidFill>
                <a:schemeClr val="bg1"/>
              </a:solidFill>
              <a:ea typeface="Calibri"/>
              <a:cs typeface="Calibri"/>
            </a:endParaRPr>
          </a:p>
          <a:p>
            <a:pPr marL="685800" lvl="2" indent="-228600">
              <a:buFont typeface="Wingdings"/>
              <a:buChar char="§"/>
            </a:pPr>
            <a:r>
              <a:rPr lang="en-US" sz="2000" err="1">
                <a:solidFill>
                  <a:schemeClr val="bg1"/>
                </a:solidFill>
              </a:rPr>
              <a:t>scapy</a:t>
            </a:r>
            <a:r>
              <a:rPr lang="en-US" sz="2000" dirty="0">
                <a:solidFill>
                  <a:schemeClr val="bg1"/>
                </a:solidFill>
              </a:rPr>
              <a:t> para </a:t>
            </a:r>
            <a:r>
              <a:rPr lang="en-US" sz="2000" err="1">
                <a:solidFill>
                  <a:schemeClr val="bg1"/>
                </a:solidFill>
              </a:rPr>
              <a:t>manipulação</a:t>
            </a:r>
            <a:r>
              <a:rPr lang="en-US" sz="2000" dirty="0">
                <a:solidFill>
                  <a:schemeClr val="bg1"/>
                </a:solidFill>
              </a:rPr>
              <a:t> de </a:t>
            </a:r>
            <a:r>
              <a:rPr lang="en-US" sz="2000" err="1">
                <a:solidFill>
                  <a:schemeClr val="bg1"/>
                </a:solidFill>
              </a:rPr>
              <a:t>pacotes</a:t>
            </a:r>
            <a:r>
              <a:rPr lang="en-US" sz="2000" dirty="0">
                <a:solidFill>
                  <a:schemeClr val="bg1"/>
                </a:solidFill>
              </a:rPr>
              <a:t> de rede.</a:t>
            </a:r>
            <a:endParaRPr lang="en-US" sz="2000">
              <a:solidFill>
                <a:schemeClr val="bg1"/>
              </a:solidFill>
              <a:ea typeface="Calibri"/>
              <a:cs typeface="Calibri"/>
            </a:endParaRPr>
          </a:p>
          <a:p>
            <a:pPr marL="685800" lvl="2" indent="-228600">
              <a:buFont typeface="Wingdings"/>
              <a:buChar char="§"/>
            </a:pPr>
            <a:r>
              <a:rPr lang="en-US" sz="2000" dirty="0">
                <a:solidFill>
                  <a:schemeClr val="bg1"/>
                </a:solidFill>
              </a:rPr>
              <a:t>socket para </a:t>
            </a:r>
            <a:r>
              <a:rPr lang="en-US" sz="2000" err="1">
                <a:solidFill>
                  <a:schemeClr val="bg1"/>
                </a:solidFill>
              </a:rPr>
              <a:t>programação</a:t>
            </a:r>
            <a:r>
              <a:rPr lang="en-US" sz="2000" dirty="0">
                <a:solidFill>
                  <a:schemeClr val="bg1"/>
                </a:solidFill>
              </a:rPr>
              <a:t> de rede de </a:t>
            </a:r>
            <a:r>
              <a:rPr lang="en-US" sz="2000" err="1">
                <a:solidFill>
                  <a:schemeClr val="bg1"/>
                </a:solidFill>
              </a:rPr>
              <a:t>baixo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err="1">
                <a:solidFill>
                  <a:schemeClr val="bg1"/>
                </a:solidFill>
              </a:rPr>
              <a:t>nível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  <a:endParaRPr lang="en-US" sz="2000">
              <a:solidFill>
                <a:schemeClr val="bg1"/>
              </a:solidFill>
              <a:ea typeface="Calibri"/>
              <a:cs typeface="Calibri"/>
            </a:endParaRPr>
          </a:p>
          <a:p>
            <a:pPr marL="685800" lvl="2" indent="-228600">
              <a:buFont typeface="Wingdings"/>
              <a:buChar char="§"/>
            </a:pPr>
            <a:r>
              <a:rPr lang="en-US" sz="2000" dirty="0" err="1">
                <a:solidFill>
                  <a:schemeClr val="bg1"/>
                </a:solidFill>
              </a:rPr>
              <a:t>pwntools</a:t>
            </a:r>
            <a:r>
              <a:rPr lang="en-US" sz="2000" dirty="0">
                <a:solidFill>
                  <a:schemeClr val="bg1"/>
                </a:solidFill>
              </a:rPr>
              <a:t> para </a:t>
            </a:r>
            <a:r>
              <a:rPr lang="en-US" sz="2000" dirty="0" err="1">
                <a:solidFill>
                  <a:schemeClr val="bg1"/>
                </a:solidFill>
              </a:rPr>
              <a:t>exploração</a:t>
            </a:r>
            <a:r>
              <a:rPr lang="en-US" sz="2000" dirty="0">
                <a:solidFill>
                  <a:schemeClr val="bg1"/>
                </a:solidFill>
              </a:rPr>
              <a:t> de </a:t>
            </a:r>
            <a:r>
              <a:rPr lang="en-US" sz="2000" dirty="0" err="1">
                <a:solidFill>
                  <a:schemeClr val="bg1"/>
                </a:solidFill>
              </a:rPr>
              <a:t>binários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  <a:br>
              <a:rPr lang="en-US" sz="2000" dirty="0">
                <a:solidFill>
                  <a:schemeClr val="bg1"/>
                </a:solidFill>
              </a:rPr>
            </a:br>
            <a:endParaRPr lang="en-US" sz="2000">
              <a:solidFill>
                <a:schemeClr val="bg1"/>
              </a:solidFill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endParaRPr lang="en-US" sz="20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9C6581F-8BFB-42A3-86F7-2476A6970472}"/>
              </a:ext>
            </a:extLst>
          </p:cNvPr>
          <p:cNvSpPr txBox="1"/>
          <p:nvPr/>
        </p:nvSpPr>
        <p:spPr>
          <a:xfrm>
            <a:off x="2715768" y="402336"/>
            <a:ext cx="3849624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 dirty="0">
                <a:solidFill>
                  <a:srgbClr val="F0265D"/>
                </a:solidFill>
              </a:rPr>
              <a:t>Por </a:t>
            </a:r>
            <a:r>
              <a:rPr lang="en-US" sz="4000" b="1" dirty="0" err="1">
                <a:solidFill>
                  <a:srgbClr val="F0265D"/>
                </a:solidFill>
              </a:rPr>
              <a:t>que</a:t>
            </a:r>
            <a:r>
              <a:rPr lang="en-US" sz="4000" b="1" dirty="0">
                <a:solidFill>
                  <a:srgbClr val="F0265D"/>
                </a:solidFill>
              </a:rPr>
              <a:t> Python?</a:t>
            </a:r>
            <a:endParaRPr lang="pt-BR" sz="4000" dirty="0">
              <a:solidFill>
                <a:srgbClr val="F0265D"/>
              </a:solidFill>
              <a:ea typeface="Calibri"/>
              <a:cs typeface="Calibri"/>
            </a:endParaRPr>
          </a:p>
        </p:txBody>
      </p:sp>
      <p:pic>
        <p:nvPicPr>
          <p:cNvPr id="5" name="Imagem 1" descr="Ícone&#10;&#10;O conteúdo gerado por IA pode estar incorreto.">
            <a:extLst>
              <a:ext uri="{FF2B5EF4-FFF2-40B4-BE49-F238E27FC236}">
                <a16:creationId xmlns:a16="http://schemas.microsoft.com/office/drawing/2014/main" id="{20893E82-517E-F224-643D-31456B7D6FC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1328" y="190873"/>
            <a:ext cx="1459971" cy="392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555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0D4FC-739C-2D07-DFB7-89A134334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226C7323-15EE-68A4-F61D-77F8472E0FEF}"/>
              </a:ext>
            </a:extLst>
          </p:cNvPr>
          <p:cNvSpPr txBox="1"/>
          <p:nvPr/>
        </p:nvSpPr>
        <p:spPr>
          <a:xfrm>
            <a:off x="566928" y="1545336"/>
            <a:ext cx="8284464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Python é a "</a:t>
            </a:r>
            <a:r>
              <a:rPr lang="en-US" sz="2000" dirty="0" err="1">
                <a:solidFill>
                  <a:schemeClr val="bg1"/>
                </a:solidFill>
              </a:rPr>
              <a:t>canivete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suíço</a:t>
            </a:r>
            <a:r>
              <a:rPr lang="en-US" sz="2000" dirty="0">
                <a:solidFill>
                  <a:schemeClr val="bg1"/>
                </a:solidFill>
              </a:rPr>
              <a:t>" da </a:t>
            </a:r>
            <a:r>
              <a:rPr lang="en-US" sz="2000" dirty="0" err="1">
                <a:solidFill>
                  <a:schemeClr val="bg1"/>
                </a:solidFill>
              </a:rPr>
              <a:t>segurança</a:t>
            </a:r>
            <a:r>
              <a:rPr lang="en-US" sz="2000" dirty="0">
                <a:solidFill>
                  <a:schemeClr val="bg1"/>
                </a:solidFill>
              </a:rPr>
              <a:t> da </a:t>
            </a:r>
            <a:r>
              <a:rPr lang="en-US" sz="2000" dirty="0" err="1">
                <a:solidFill>
                  <a:schemeClr val="bg1"/>
                </a:solidFill>
              </a:rPr>
              <a:t>informação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  <a:br>
              <a:rPr lang="en-US" sz="2000" dirty="0">
                <a:solidFill>
                  <a:schemeClr val="bg1"/>
                </a:solidFill>
              </a:rPr>
            </a:br>
            <a:endParaRPr lang="en-US" sz="2000">
              <a:solidFill>
                <a:schemeClr val="bg1"/>
              </a:solidFill>
              <a:ea typeface="Calibri"/>
              <a:cs typeface="Calibri"/>
            </a:endParaRPr>
          </a:p>
          <a:p>
            <a:pPr marL="228600" indent="-228600">
              <a:buFont typeface="Arial"/>
              <a:buChar char="•"/>
            </a:pPr>
            <a:r>
              <a:rPr lang="en-US" sz="2000" b="1" dirty="0" err="1">
                <a:solidFill>
                  <a:srgbClr val="F0265D"/>
                </a:solidFill>
              </a:rPr>
              <a:t>Multiplataforma</a:t>
            </a:r>
            <a:r>
              <a:rPr lang="en-US" sz="2000" b="1" dirty="0">
                <a:solidFill>
                  <a:srgbClr val="F0265D"/>
                </a:solidFill>
              </a:rPr>
              <a:t>:</a:t>
            </a:r>
            <a:r>
              <a:rPr lang="en-US" sz="2000" dirty="0">
                <a:solidFill>
                  <a:schemeClr val="bg1"/>
                </a:solidFill>
              </a:rPr>
              <a:t> O </a:t>
            </a:r>
            <a:r>
              <a:rPr lang="en-US" sz="2000" dirty="0" err="1">
                <a:solidFill>
                  <a:schemeClr val="bg1"/>
                </a:solidFill>
              </a:rPr>
              <a:t>mesmo</a:t>
            </a:r>
            <a:r>
              <a:rPr lang="en-US" sz="2000" dirty="0">
                <a:solidFill>
                  <a:schemeClr val="bg1"/>
                </a:solidFill>
              </a:rPr>
              <a:t> script </a:t>
            </a:r>
            <a:r>
              <a:rPr lang="en-US" sz="2000" dirty="0" err="1">
                <a:solidFill>
                  <a:schemeClr val="bg1"/>
                </a:solidFill>
              </a:rPr>
              <a:t>funciona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em</a:t>
            </a:r>
            <a:r>
              <a:rPr lang="en-US" sz="2000" dirty="0">
                <a:solidFill>
                  <a:schemeClr val="bg1"/>
                </a:solidFill>
              </a:rPr>
              <a:t> Windows, Linux e macOS.</a:t>
            </a:r>
            <a:b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</a:br>
            <a:endParaRPr lang="en-US" sz="2000">
              <a:solidFill>
                <a:srgbClr val="000000"/>
              </a:solidFill>
              <a:ea typeface="Calibri"/>
              <a:cs typeface="Calibri"/>
            </a:endParaRPr>
          </a:p>
          <a:p>
            <a:pPr marL="228600" indent="-228600">
              <a:buFont typeface="Arial"/>
              <a:buChar char="•"/>
            </a:pPr>
            <a:r>
              <a:rPr lang="en-US" sz="2000" b="1" dirty="0" err="1">
                <a:solidFill>
                  <a:schemeClr val="bg1"/>
                </a:solidFill>
              </a:rPr>
              <a:t>C</a:t>
            </a:r>
            <a:r>
              <a:rPr lang="en-US" sz="2000" b="1" dirty="0" err="1">
                <a:solidFill>
                  <a:srgbClr val="F0265D"/>
                </a:solidFill>
              </a:rPr>
              <a:t>omunidade</a:t>
            </a:r>
            <a:r>
              <a:rPr lang="en-US" sz="2000" b="1" dirty="0">
                <a:solidFill>
                  <a:srgbClr val="F0265D"/>
                </a:solidFill>
              </a:rPr>
              <a:t> Gigante:</a:t>
            </a:r>
            <a:r>
              <a:rPr lang="en-US" sz="2000" dirty="0">
                <a:solidFill>
                  <a:schemeClr val="bg1"/>
                </a:solidFill>
              </a:rPr>
              <a:t> É a </a:t>
            </a:r>
            <a:r>
              <a:rPr lang="en-US" sz="2000" dirty="0" err="1">
                <a:solidFill>
                  <a:schemeClr val="bg1"/>
                </a:solidFill>
              </a:rPr>
              <a:t>linguagem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padrão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em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conferências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como</a:t>
            </a:r>
            <a:r>
              <a:rPr lang="en-US" sz="2000" dirty="0">
                <a:solidFill>
                  <a:schemeClr val="bg1"/>
                </a:solidFill>
              </a:rPr>
              <a:t> a Black Hat e a DEF CON. A </a:t>
            </a:r>
            <a:r>
              <a:rPr lang="en-US" sz="2000" dirty="0" err="1">
                <a:solidFill>
                  <a:schemeClr val="bg1"/>
                </a:solidFill>
              </a:rPr>
              <a:t>maioria</a:t>
            </a:r>
            <a:r>
              <a:rPr lang="en-US" sz="2000" dirty="0">
                <a:solidFill>
                  <a:schemeClr val="bg1"/>
                </a:solidFill>
              </a:rPr>
              <a:t> das ferramentas de </a:t>
            </a:r>
            <a:r>
              <a:rPr lang="en-US" sz="2000" dirty="0" err="1">
                <a:solidFill>
                  <a:schemeClr val="bg1"/>
                </a:solidFill>
              </a:rPr>
              <a:t>segurança</a:t>
            </a:r>
            <a:r>
              <a:rPr lang="en-US" sz="2000" dirty="0">
                <a:solidFill>
                  <a:schemeClr val="bg1"/>
                </a:solidFill>
              </a:rPr>
              <a:t> de </a:t>
            </a:r>
            <a:r>
              <a:rPr lang="en-US" sz="2000" dirty="0" err="1">
                <a:solidFill>
                  <a:schemeClr val="bg1"/>
                </a:solidFill>
              </a:rPr>
              <a:t>código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aberto</a:t>
            </a:r>
            <a:r>
              <a:rPr lang="en-US" sz="2000" dirty="0">
                <a:solidFill>
                  <a:schemeClr val="bg1"/>
                </a:solidFill>
              </a:rPr>
              <a:t> é </a:t>
            </a:r>
            <a:r>
              <a:rPr lang="en-US" sz="2000" dirty="0" err="1">
                <a:solidFill>
                  <a:schemeClr val="bg1"/>
                </a:solidFill>
              </a:rPr>
              <a:t>escrita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em</a:t>
            </a:r>
            <a:r>
              <a:rPr lang="en-US" sz="2000" dirty="0">
                <a:solidFill>
                  <a:schemeClr val="bg1"/>
                </a:solidFill>
              </a:rPr>
              <a:t> Python.</a:t>
            </a:r>
            <a:br>
              <a:rPr lang="en-US" sz="2000" dirty="0">
                <a:solidFill>
                  <a:schemeClr val="bg1"/>
                </a:solidFill>
              </a:rPr>
            </a:br>
            <a:endParaRPr lang="en-US" sz="2000">
              <a:solidFill>
                <a:schemeClr val="bg1"/>
              </a:solidFill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endParaRPr lang="en-US" sz="20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77FCBAE-A27D-12B8-D490-3BDEBC55DFF9}"/>
              </a:ext>
            </a:extLst>
          </p:cNvPr>
          <p:cNvSpPr txBox="1"/>
          <p:nvPr/>
        </p:nvSpPr>
        <p:spPr>
          <a:xfrm>
            <a:off x="2715768" y="402336"/>
            <a:ext cx="3849624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 dirty="0">
                <a:solidFill>
                  <a:srgbClr val="F0265D"/>
                </a:solidFill>
              </a:rPr>
              <a:t>Por </a:t>
            </a:r>
            <a:r>
              <a:rPr lang="en-US" sz="4000" b="1" dirty="0" err="1">
                <a:solidFill>
                  <a:srgbClr val="F0265D"/>
                </a:solidFill>
              </a:rPr>
              <a:t>que</a:t>
            </a:r>
            <a:r>
              <a:rPr lang="en-US" sz="4000" b="1" dirty="0">
                <a:solidFill>
                  <a:srgbClr val="F0265D"/>
                </a:solidFill>
              </a:rPr>
              <a:t> Python?</a:t>
            </a:r>
            <a:endParaRPr lang="pt-BR" sz="4000" dirty="0">
              <a:solidFill>
                <a:srgbClr val="F0265D"/>
              </a:solidFill>
              <a:ea typeface="Calibri"/>
              <a:cs typeface="Calibri"/>
            </a:endParaRPr>
          </a:p>
        </p:txBody>
      </p:sp>
      <p:pic>
        <p:nvPicPr>
          <p:cNvPr id="5" name="Imagem 1" descr="Ícone&#10;&#10;O conteúdo gerado por IA pode estar incorreto.">
            <a:extLst>
              <a:ext uri="{FF2B5EF4-FFF2-40B4-BE49-F238E27FC236}">
                <a16:creationId xmlns:a16="http://schemas.microsoft.com/office/drawing/2014/main" id="{A4B4AFF7-41B7-A04F-A615-0B86FA812D2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1328" y="190873"/>
            <a:ext cx="1459971" cy="392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313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8DA88D0C-52A6-C1A4-3D9F-DC86E670F28E}"/>
              </a:ext>
            </a:extLst>
          </p:cNvPr>
          <p:cNvSpPr txBox="1"/>
          <p:nvPr/>
        </p:nvSpPr>
        <p:spPr>
          <a:xfrm>
            <a:off x="894435" y="1713003"/>
            <a:ext cx="7674570" cy="40934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Ao </a:t>
            </a:r>
            <a:r>
              <a:rPr lang="en-US" sz="2000" dirty="0" err="1">
                <a:solidFill>
                  <a:schemeClr val="bg1"/>
                </a:solidFill>
              </a:rPr>
              <a:t>longo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deste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curso</a:t>
            </a:r>
            <a:r>
              <a:rPr lang="en-US" sz="2000" dirty="0">
                <a:solidFill>
                  <a:schemeClr val="bg1"/>
                </a:solidFill>
              </a:rPr>
              <a:t>, </a:t>
            </a:r>
            <a:r>
              <a:rPr lang="en-US" sz="2000" dirty="0" err="1">
                <a:solidFill>
                  <a:schemeClr val="bg1"/>
                </a:solidFill>
              </a:rPr>
              <a:t>você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aprenderá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os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blocos</a:t>
            </a:r>
            <a:r>
              <a:rPr lang="en-US" sz="2000" dirty="0">
                <a:solidFill>
                  <a:schemeClr val="bg1"/>
                </a:solidFill>
              </a:rPr>
              <a:t> de </a:t>
            </a:r>
            <a:r>
              <a:rPr lang="en-US" sz="2000" dirty="0" err="1">
                <a:solidFill>
                  <a:schemeClr val="bg1"/>
                </a:solidFill>
              </a:rPr>
              <a:t>construção</a:t>
            </a:r>
            <a:r>
              <a:rPr lang="en-US" sz="2000" dirty="0">
                <a:solidFill>
                  <a:schemeClr val="bg1"/>
                </a:solidFill>
              </a:rPr>
              <a:t> para </a:t>
            </a:r>
            <a:r>
              <a:rPr lang="en-US" sz="2000" dirty="0" err="1">
                <a:solidFill>
                  <a:schemeClr val="bg1"/>
                </a:solidFill>
              </a:rPr>
              <a:t>criar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seu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próprio</a:t>
            </a:r>
            <a:r>
              <a:rPr lang="en-US" sz="2000" dirty="0">
                <a:solidFill>
                  <a:schemeClr val="bg1"/>
                </a:solidFill>
              </a:rPr>
              <a:t> arsenal:</a:t>
            </a:r>
            <a:br>
              <a:rPr lang="en-US" sz="2000" dirty="0">
                <a:solidFill>
                  <a:schemeClr val="bg1"/>
                </a:solidFill>
              </a:rPr>
            </a:br>
            <a:endParaRPr lang="en-US" sz="2000">
              <a:solidFill>
                <a:schemeClr val="bg1"/>
              </a:solidFill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r>
              <a:rPr lang="en-US" sz="2000" b="1" dirty="0">
                <a:solidFill>
                  <a:srgbClr val="F0265D"/>
                </a:solidFill>
              </a:rPr>
              <a:t>Scanners de Rede:</a:t>
            </a:r>
            <a:r>
              <a:rPr lang="en-US" sz="2000" dirty="0">
                <a:solidFill>
                  <a:schemeClr val="bg1"/>
                </a:solidFill>
              </a:rPr>
              <a:t> Ferramentas </a:t>
            </a:r>
            <a:r>
              <a:rPr lang="en-US" sz="2000" dirty="0" err="1">
                <a:solidFill>
                  <a:schemeClr val="bg1"/>
                </a:solidFill>
              </a:rPr>
              <a:t>que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varrem</a:t>
            </a:r>
            <a:r>
              <a:rPr lang="en-US" sz="2000" dirty="0">
                <a:solidFill>
                  <a:schemeClr val="bg1"/>
                </a:solidFill>
              </a:rPr>
              <a:t> a rede </a:t>
            </a:r>
            <a:r>
              <a:rPr lang="en-US" sz="2000" dirty="0" err="1">
                <a:solidFill>
                  <a:schemeClr val="bg1"/>
                </a:solidFill>
              </a:rPr>
              <a:t>em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busca</a:t>
            </a:r>
            <a:r>
              <a:rPr lang="en-US" sz="2000" dirty="0">
                <a:solidFill>
                  <a:schemeClr val="bg1"/>
                </a:solidFill>
              </a:rPr>
              <a:t> de </a:t>
            </a:r>
            <a:r>
              <a:rPr lang="en-US" sz="2000" dirty="0" err="1">
                <a:solidFill>
                  <a:schemeClr val="bg1"/>
                </a:solidFill>
              </a:rPr>
              <a:t>alvos</a:t>
            </a:r>
            <a:r>
              <a:rPr lang="en-US" sz="2000" dirty="0">
                <a:solidFill>
                  <a:schemeClr val="bg1"/>
                </a:solidFill>
              </a:rPr>
              <a:t> e </a:t>
            </a:r>
            <a:r>
              <a:rPr lang="en-US" sz="2000" dirty="0" err="1">
                <a:solidFill>
                  <a:schemeClr val="bg1"/>
                </a:solidFill>
              </a:rPr>
              <a:t>portas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abertas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  <a:endParaRPr lang="en-US" sz="2000">
              <a:solidFill>
                <a:schemeClr val="bg1"/>
              </a:solidFill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r>
              <a:rPr lang="en-US" sz="2000" b="1" dirty="0">
                <a:solidFill>
                  <a:srgbClr val="F0265D"/>
                </a:solidFill>
              </a:rPr>
              <a:t>Brute Forcers:</a:t>
            </a:r>
            <a:r>
              <a:rPr lang="en-US" sz="2000" dirty="0">
                <a:solidFill>
                  <a:srgbClr val="F0265D"/>
                </a:solidFill>
              </a:rPr>
              <a:t> </a:t>
            </a:r>
            <a:r>
              <a:rPr lang="en-US" sz="2000" dirty="0">
                <a:solidFill>
                  <a:schemeClr val="bg1"/>
                </a:solidFill>
              </a:rPr>
              <a:t>Scripts </a:t>
            </a:r>
            <a:r>
              <a:rPr lang="en-US" sz="2000" dirty="0" err="1">
                <a:solidFill>
                  <a:schemeClr val="bg1"/>
                </a:solidFill>
              </a:rPr>
              <a:t>que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automatizam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tentativas</a:t>
            </a:r>
            <a:r>
              <a:rPr lang="en-US" sz="2000" dirty="0">
                <a:solidFill>
                  <a:schemeClr val="bg1"/>
                </a:solidFill>
              </a:rPr>
              <a:t> de login.</a:t>
            </a:r>
            <a:endParaRPr lang="en-US" sz="2000">
              <a:solidFill>
                <a:schemeClr val="bg1"/>
              </a:solidFill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r>
              <a:rPr lang="en-US" sz="2000" b="1" dirty="0">
                <a:solidFill>
                  <a:srgbClr val="F0265D"/>
                </a:solidFill>
              </a:rPr>
              <a:t>Web Crawlers: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Robôs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que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mapeiam</a:t>
            </a:r>
            <a:r>
              <a:rPr lang="en-US" sz="2000" dirty="0">
                <a:solidFill>
                  <a:schemeClr val="bg1"/>
                </a:solidFill>
              </a:rPr>
              <a:t> sites </a:t>
            </a:r>
            <a:r>
              <a:rPr lang="en-US" sz="2000" dirty="0" err="1">
                <a:solidFill>
                  <a:schemeClr val="bg1"/>
                </a:solidFill>
              </a:rPr>
              <a:t>em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busca</a:t>
            </a:r>
            <a:r>
              <a:rPr lang="en-US" sz="2000" dirty="0">
                <a:solidFill>
                  <a:schemeClr val="bg1"/>
                </a:solidFill>
              </a:rPr>
              <a:t> de </a:t>
            </a:r>
            <a:r>
              <a:rPr lang="en-US" sz="2000" dirty="0" err="1">
                <a:solidFill>
                  <a:schemeClr val="bg1"/>
                </a:solidFill>
              </a:rPr>
              <a:t>arquivos</a:t>
            </a:r>
            <a:r>
              <a:rPr lang="en-US" sz="2000" dirty="0">
                <a:solidFill>
                  <a:schemeClr val="bg1"/>
                </a:solidFill>
              </a:rPr>
              <a:t> e </a:t>
            </a:r>
            <a:r>
              <a:rPr lang="en-US" sz="2000" dirty="0" err="1">
                <a:solidFill>
                  <a:schemeClr val="bg1"/>
                </a:solidFill>
              </a:rPr>
              <a:t>diretórios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escondidos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  <a:endParaRPr lang="en-US" sz="2000">
              <a:solidFill>
                <a:schemeClr val="bg1"/>
              </a:solidFill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r>
              <a:rPr lang="en-US" sz="2000" b="1" dirty="0" err="1">
                <a:solidFill>
                  <a:srgbClr val="F0265D"/>
                </a:solidFill>
              </a:rPr>
              <a:t>Analisadores</a:t>
            </a:r>
            <a:r>
              <a:rPr lang="en-US" sz="2000" b="1" dirty="0">
                <a:solidFill>
                  <a:srgbClr val="F0265D"/>
                </a:solidFill>
              </a:rPr>
              <a:t> de Logs:</a:t>
            </a:r>
            <a:r>
              <a:rPr lang="en-US" sz="2000" dirty="0">
                <a:solidFill>
                  <a:schemeClr val="bg1"/>
                </a:solidFill>
              </a:rPr>
              <a:t> Scripts </a:t>
            </a:r>
            <a:r>
              <a:rPr lang="en-US" sz="2000" dirty="0" err="1">
                <a:solidFill>
                  <a:schemeClr val="bg1"/>
                </a:solidFill>
              </a:rPr>
              <a:t>que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identificam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atividades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suspeitas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em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grandes</a:t>
            </a:r>
            <a:r>
              <a:rPr lang="en-US" sz="2000" dirty="0">
                <a:solidFill>
                  <a:schemeClr val="bg1"/>
                </a:solidFill>
              </a:rPr>
              <a:t> volumes de dados.</a:t>
            </a:r>
            <a:endParaRPr lang="en-US" sz="2000">
              <a:solidFill>
                <a:schemeClr val="bg1"/>
              </a:solidFill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r>
              <a:rPr lang="en-US" sz="2000" b="1" dirty="0">
                <a:solidFill>
                  <a:srgbClr val="F0265D"/>
                </a:solidFill>
              </a:rPr>
              <a:t>Honeypots Simples: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Armadilhas</a:t>
            </a:r>
            <a:r>
              <a:rPr lang="en-US" sz="2000" dirty="0">
                <a:solidFill>
                  <a:schemeClr val="bg1"/>
                </a:solidFill>
              </a:rPr>
              <a:t> para </a:t>
            </a:r>
            <a:r>
              <a:rPr lang="en-US" sz="2000" dirty="0" err="1">
                <a:solidFill>
                  <a:schemeClr val="bg1"/>
                </a:solidFill>
              </a:rPr>
              <a:t>capturar</a:t>
            </a:r>
            <a:r>
              <a:rPr lang="en-US" sz="2000" dirty="0">
                <a:solidFill>
                  <a:schemeClr val="bg1"/>
                </a:solidFill>
              </a:rPr>
              <a:t> e </a:t>
            </a:r>
            <a:r>
              <a:rPr lang="en-US" sz="2000" dirty="0" err="1">
                <a:solidFill>
                  <a:schemeClr val="bg1"/>
                </a:solidFill>
              </a:rPr>
              <a:t>analisar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ataques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  <a:endParaRPr lang="en-US" sz="2000">
              <a:solidFill>
                <a:schemeClr val="bg1"/>
              </a:solidFill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r>
              <a:rPr lang="en-US" sz="2000" b="1" dirty="0">
                <a:solidFill>
                  <a:srgbClr val="F0265D"/>
                </a:solidFill>
              </a:rPr>
              <a:t>Ferramentas de </a:t>
            </a:r>
            <a:r>
              <a:rPr lang="en-US" sz="2000" b="1" dirty="0" err="1">
                <a:solidFill>
                  <a:srgbClr val="F0265D"/>
                </a:solidFill>
              </a:rPr>
              <a:t>Automação</a:t>
            </a:r>
            <a:r>
              <a:rPr lang="en-US" sz="2000" b="1" dirty="0">
                <a:solidFill>
                  <a:srgbClr val="F0265D"/>
                </a:solidFill>
              </a:rPr>
              <a:t> de Pentest:</a:t>
            </a:r>
            <a:r>
              <a:rPr lang="en-US" sz="2000" dirty="0">
                <a:solidFill>
                  <a:schemeClr val="bg1"/>
                </a:solidFill>
              </a:rPr>
              <a:t> Scripts </a:t>
            </a:r>
            <a:r>
              <a:rPr lang="en-US" sz="2000" dirty="0" err="1">
                <a:solidFill>
                  <a:schemeClr val="bg1"/>
                </a:solidFill>
              </a:rPr>
              <a:t>que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integram</a:t>
            </a:r>
            <a:r>
              <a:rPr lang="en-US" sz="2000" dirty="0">
                <a:solidFill>
                  <a:schemeClr val="bg1"/>
                </a:solidFill>
              </a:rPr>
              <a:t> ferramentas </a:t>
            </a:r>
            <a:r>
              <a:rPr lang="en-US" sz="2000" dirty="0" err="1">
                <a:solidFill>
                  <a:schemeClr val="bg1"/>
                </a:solidFill>
              </a:rPr>
              <a:t>como</a:t>
            </a:r>
            <a:r>
              <a:rPr lang="en-US" sz="2000" dirty="0">
                <a:solidFill>
                  <a:schemeClr val="bg1"/>
                </a:solidFill>
              </a:rPr>
              <a:t> Nmap e </a:t>
            </a:r>
            <a:r>
              <a:rPr lang="en-US" sz="2000" dirty="0" err="1">
                <a:solidFill>
                  <a:schemeClr val="bg1"/>
                </a:solidFill>
              </a:rPr>
              <a:t>Dirb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  <a:endParaRPr lang="en-US" sz="2000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3541B9F-41B3-2E5F-CAA8-A103531A6E68}"/>
              </a:ext>
            </a:extLst>
          </p:cNvPr>
          <p:cNvSpPr txBox="1"/>
          <p:nvPr/>
        </p:nvSpPr>
        <p:spPr>
          <a:xfrm>
            <a:off x="1742951" y="644872"/>
            <a:ext cx="5668081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 dirty="0">
                <a:solidFill>
                  <a:srgbClr val="F0265D"/>
                </a:solidFill>
              </a:rPr>
              <a:t>O </a:t>
            </a:r>
            <a:r>
              <a:rPr lang="en-US" sz="4000" b="1" dirty="0" err="1">
                <a:solidFill>
                  <a:srgbClr val="F0265D"/>
                </a:solidFill>
              </a:rPr>
              <a:t>que</a:t>
            </a:r>
            <a:r>
              <a:rPr lang="en-US" sz="4000" b="1" dirty="0">
                <a:solidFill>
                  <a:srgbClr val="F0265D"/>
                </a:solidFill>
              </a:rPr>
              <a:t> </a:t>
            </a:r>
            <a:r>
              <a:rPr lang="en-US" sz="4000" b="1" dirty="0" err="1">
                <a:solidFill>
                  <a:srgbClr val="F0265D"/>
                </a:solidFill>
              </a:rPr>
              <a:t>vamos</a:t>
            </a:r>
            <a:r>
              <a:rPr lang="en-US" sz="4000" b="1" dirty="0">
                <a:solidFill>
                  <a:srgbClr val="F0265D"/>
                </a:solidFill>
              </a:rPr>
              <a:t> </a:t>
            </a:r>
            <a:r>
              <a:rPr lang="en-US" sz="4000" b="1" dirty="0" err="1">
                <a:solidFill>
                  <a:srgbClr val="F0265D"/>
                </a:solidFill>
              </a:rPr>
              <a:t>construir</a:t>
            </a:r>
            <a:r>
              <a:rPr lang="en-US" sz="4000" b="1" dirty="0">
                <a:solidFill>
                  <a:srgbClr val="F0265D"/>
                </a:solidFill>
              </a:rPr>
              <a:t>?</a:t>
            </a:r>
            <a:endParaRPr lang="pt-BR" sz="4000" dirty="0">
              <a:solidFill>
                <a:srgbClr val="F0265D"/>
              </a:solidFill>
              <a:ea typeface="Calibri"/>
              <a:cs typeface="Calibri"/>
            </a:endParaRPr>
          </a:p>
        </p:txBody>
      </p:sp>
      <p:pic>
        <p:nvPicPr>
          <p:cNvPr id="5" name="Imagem 1" descr="Ícone&#10;&#10;O conteúdo gerado por IA pode estar incorreto.">
            <a:extLst>
              <a:ext uri="{FF2B5EF4-FFF2-40B4-BE49-F238E27FC236}">
                <a16:creationId xmlns:a16="http://schemas.microsoft.com/office/drawing/2014/main" id="{42811881-675B-B0E1-2EA7-3C44EA5B916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1328" y="190873"/>
            <a:ext cx="1459971" cy="392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799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1E7B3EE-110E-2C7C-D82F-694C925EECCA}"/>
              </a:ext>
            </a:extLst>
          </p:cNvPr>
          <p:cNvSpPr txBox="1"/>
          <p:nvPr/>
        </p:nvSpPr>
        <p:spPr>
          <a:xfrm>
            <a:off x="969264" y="1719072"/>
            <a:ext cx="7424928" cy="486287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O </a:t>
            </a:r>
            <a:r>
              <a:rPr lang="en-US" sz="2000" dirty="0" err="1">
                <a:solidFill>
                  <a:schemeClr val="bg1"/>
                </a:solidFill>
              </a:rPr>
              <a:t>conhecimento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que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você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vai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adquirir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aqui</a:t>
            </a:r>
            <a:r>
              <a:rPr lang="en-US" sz="2000" dirty="0">
                <a:solidFill>
                  <a:schemeClr val="bg1"/>
                </a:solidFill>
              </a:rPr>
              <a:t> é a base para </a:t>
            </a:r>
            <a:r>
              <a:rPr lang="en-US" sz="2000" dirty="0" err="1">
                <a:solidFill>
                  <a:schemeClr val="bg1"/>
                </a:solidFill>
              </a:rPr>
              <a:t>diversas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carreiras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em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cibersegurança</a:t>
            </a:r>
            <a:r>
              <a:rPr lang="en-US" sz="2000" dirty="0">
                <a:solidFill>
                  <a:schemeClr val="bg1"/>
                </a:solidFill>
              </a:rPr>
              <a:t>:</a:t>
            </a:r>
            <a:br>
              <a:rPr lang="en-US" dirty="0"/>
            </a:br>
            <a:endParaRPr lang="en-US">
              <a:solidFill>
                <a:schemeClr val="bg1"/>
              </a:solidFill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r>
              <a:rPr lang="en-US" b="1" dirty="0">
                <a:solidFill>
                  <a:srgbClr val="F0265D"/>
                </a:solidFill>
              </a:rPr>
              <a:t>Pentest (Red Team):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Desenvolver</a:t>
            </a:r>
            <a:r>
              <a:rPr lang="en-US" dirty="0">
                <a:solidFill>
                  <a:schemeClr val="bg1"/>
                </a:solidFill>
              </a:rPr>
              <a:t> exploits e </a:t>
            </a:r>
            <a:r>
              <a:rPr lang="en-US" dirty="0" err="1">
                <a:solidFill>
                  <a:schemeClr val="bg1"/>
                </a:solidFill>
              </a:rPr>
              <a:t>automatizar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ataques</a:t>
            </a:r>
            <a:r>
              <a:rPr lang="en-US" dirty="0">
                <a:solidFill>
                  <a:schemeClr val="bg1"/>
                </a:solidFill>
              </a:rPr>
              <a:t> para </a:t>
            </a:r>
            <a:r>
              <a:rPr lang="en-US" dirty="0" err="1">
                <a:solidFill>
                  <a:schemeClr val="bg1"/>
                </a:solidFill>
              </a:rPr>
              <a:t>testar</a:t>
            </a:r>
            <a:r>
              <a:rPr lang="en-US" dirty="0">
                <a:solidFill>
                  <a:schemeClr val="bg1"/>
                </a:solidFill>
              </a:rPr>
              <a:t> as </a:t>
            </a:r>
            <a:r>
              <a:rPr lang="en-US" dirty="0" err="1">
                <a:solidFill>
                  <a:schemeClr val="bg1"/>
                </a:solidFill>
              </a:rPr>
              <a:t>defesas</a:t>
            </a:r>
            <a:r>
              <a:rPr lang="en-US" dirty="0">
                <a:solidFill>
                  <a:schemeClr val="bg1"/>
                </a:solidFill>
              </a:rPr>
              <a:t> de </a:t>
            </a:r>
            <a:r>
              <a:rPr lang="en-US" dirty="0" err="1">
                <a:solidFill>
                  <a:schemeClr val="bg1"/>
                </a:solidFill>
              </a:rPr>
              <a:t>uma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empresa</a:t>
            </a:r>
            <a:r>
              <a:rPr lang="en-US" dirty="0">
                <a:solidFill>
                  <a:schemeClr val="bg1"/>
                </a:solidFill>
              </a:rPr>
              <a:t>.</a:t>
            </a:r>
            <a:br>
              <a:rPr lang="en-US" dirty="0"/>
            </a:br>
            <a:endParaRPr lang="en-US">
              <a:solidFill>
                <a:schemeClr val="bg1"/>
              </a:solidFill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r>
              <a:rPr lang="en-US" b="1" dirty="0" err="1">
                <a:solidFill>
                  <a:srgbClr val="F0265D"/>
                </a:solidFill>
              </a:rPr>
              <a:t>Segurança</a:t>
            </a:r>
            <a:r>
              <a:rPr lang="en-US" b="1" dirty="0">
                <a:solidFill>
                  <a:srgbClr val="F0265D"/>
                </a:solidFill>
              </a:rPr>
              <a:t> </a:t>
            </a:r>
            <a:r>
              <a:rPr lang="en-US" b="1" dirty="0" err="1">
                <a:solidFill>
                  <a:srgbClr val="F0265D"/>
                </a:solidFill>
              </a:rPr>
              <a:t>Defensiva</a:t>
            </a:r>
            <a:r>
              <a:rPr lang="en-US" b="1" dirty="0">
                <a:solidFill>
                  <a:srgbClr val="F0265D"/>
                </a:solidFill>
              </a:rPr>
              <a:t> (Blue Team):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Criar</a:t>
            </a:r>
            <a:r>
              <a:rPr lang="en-US" dirty="0">
                <a:solidFill>
                  <a:schemeClr val="bg1"/>
                </a:solidFill>
              </a:rPr>
              <a:t> scripts para </a:t>
            </a:r>
            <a:r>
              <a:rPr lang="en-US" dirty="0" err="1">
                <a:solidFill>
                  <a:schemeClr val="bg1"/>
                </a:solidFill>
              </a:rPr>
              <a:t>detecção</a:t>
            </a:r>
            <a:r>
              <a:rPr lang="en-US" dirty="0">
                <a:solidFill>
                  <a:schemeClr val="bg1"/>
                </a:solidFill>
              </a:rPr>
              <a:t> de </a:t>
            </a:r>
            <a:r>
              <a:rPr lang="en-US" dirty="0" err="1">
                <a:solidFill>
                  <a:schemeClr val="bg1"/>
                </a:solidFill>
              </a:rPr>
              <a:t>intrusão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análise</a:t>
            </a:r>
            <a:r>
              <a:rPr lang="en-US" dirty="0">
                <a:solidFill>
                  <a:schemeClr val="bg1"/>
                </a:solidFill>
              </a:rPr>
              <a:t> de logs e </a:t>
            </a:r>
            <a:r>
              <a:rPr lang="en-US" dirty="0" err="1">
                <a:solidFill>
                  <a:schemeClr val="bg1"/>
                </a:solidFill>
              </a:rPr>
              <a:t>automação</a:t>
            </a:r>
            <a:r>
              <a:rPr lang="en-US" dirty="0">
                <a:solidFill>
                  <a:schemeClr val="bg1"/>
                </a:solidFill>
              </a:rPr>
              <a:t> da </a:t>
            </a:r>
            <a:r>
              <a:rPr lang="en-US" dirty="0" err="1">
                <a:solidFill>
                  <a:schemeClr val="bg1"/>
                </a:solidFill>
              </a:rPr>
              <a:t>resposta</a:t>
            </a:r>
            <a:r>
              <a:rPr lang="en-US" dirty="0">
                <a:solidFill>
                  <a:schemeClr val="bg1"/>
                </a:solidFill>
              </a:rPr>
              <a:t> a </a:t>
            </a:r>
            <a:r>
              <a:rPr lang="en-US" dirty="0" err="1">
                <a:solidFill>
                  <a:schemeClr val="bg1"/>
                </a:solidFill>
              </a:rPr>
              <a:t>incidentes</a:t>
            </a:r>
            <a:r>
              <a:rPr lang="en-US" dirty="0">
                <a:solidFill>
                  <a:schemeClr val="bg1"/>
                </a:solidFill>
              </a:rPr>
              <a:t>.</a:t>
            </a:r>
            <a:br>
              <a:rPr lang="en-US" dirty="0"/>
            </a:br>
            <a:endParaRPr lang="en-US">
              <a:solidFill>
                <a:schemeClr val="bg1"/>
              </a:solidFill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r>
              <a:rPr lang="en-US" b="1" dirty="0" err="1">
                <a:solidFill>
                  <a:srgbClr val="F0265D"/>
                </a:solidFill>
              </a:rPr>
              <a:t>Análise</a:t>
            </a:r>
            <a:r>
              <a:rPr lang="en-US" b="1" dirty="0">
                <a:solidFill>
                  <a:srgbClr val="F0265D"/>
                </a:solidFill>
              </a:rPr>
              <a:t> de Malware: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Escrever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código</a:t>
            </a:r>
            <a:r>
              <a:rPr lang="en-US" dirty="0">
                <a:solidFill>
                  <a:schemeClr val="bg1"/>
                </a:solidFill>
              </a:rPr>
              <a:t> para </a:t>
            </a:r>
            <a:r>
              <a:rPr lang="en-US" dirty="0" err="1">
                <a:solidFill>
                  <a:schemeClr val="bg1"/>
                </a:solidFill>
              </a:rPr>
              <a:t>analisar</a:t>
            </a:r>
            <a:r>
              <a:rPr lang="en-US" dirty="0">
                <a:solidFill>
                  <a:schemeClr val="bg1"/>
                </a:solidFill>
              </a:rPr>
              <a:t> o </a:t>
            </a:r>
            <a:r>
              <a:rPr lang="en-US" dirty="0" err="1">
                <a:solidFill>
                  <a:schemeClr val="bg1"/>
                </a:solidFill>
              </a:rPr>
              <a:t>comportamento</a:t>
            </a:r>
            <a:r>
              <a:rPr lang="en-US" dirty="0">
                <a:solidFill>
                  <a:schemeClr val="bg1"/>
                </a:solidFill>
              </a:rPr>
              <a:t> de software </a:t>
            </a:r>
            <a:r>
              <a:rPr lang="en-US" dirty="0" err="1">
                <a:solidFill>
                  <a:schemeClr val="bg1"/>
                </a:solidFill>
              </a:rPr>
              <a:t>malicioso</a:t>
            </a:r>
            <a:r>
              <a:rPr lang="en-US" dirty="0">
                <a:solidFill>
                  <a:schemeClr val="bg1"/>
                </a:solidFill>
              </a:rPr>
              <a:t> de forma </a:t>
            </a:r>
            <a:r>
              <a:rPr lang="en-US" dirty="0" err="1">
                <a:solidFill>
                  <a:schemeClr val="bg1"/>
                </a:solidFill>
              </a:rPr>
              <a:t>segura</a:t>
            </a:r>
            <a:r>
              <a:rPr lang="en-US" dirty="0">
                <a:solidFill>
                  <a:schemeClr val="bg1"/>
                </a:solidFill>
              </a:rPr>
              <a:t>.</a:t>
            </a:r>
            <a:br>
              <a:rPr lang="en-US" dirty="0"/>
            </a:br>
            <a:endParaRPr lang="en-US">
              <a:solidFill>
                <a:schemeClr val="bg1"/>
              </a:solidFill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r>
              <a:rPr lang="en-US" b="1" dirty="0" err="1">
                <a:solidFill>
                  <a:srgbClr val="F0265D"/>
                </a:solidFill>
              </a:rPr>
              <a:t>Engenharia</a:t>
            </a:r>
            <a:r>
              <a:rPr lang="en-US" b="1" dirty="0">
                <a:solidFill>
                  <a:srgbClr val="F0265D"/>
                </a:solidFill>
              </a:rPr>
              <a:t> de </a:t>
            </a:r>
            <a:r>
              <a:rPr lang="en-US" b="1" dirty="0" err="1">
                <a:solidFill>
                  <a:srgbClr val="F0265D"/>
                </a:solidFill>
              </a:rPr>
              <a:t>Segurança</a:t>
            </a:r>
            <a:r>
              <a:rPr lang="en-US" b="1" dirty="0">
                <a:solidFill>
                  <a:srgbClr val="F0265D"/>
                </a:solidFill>
              </a:rPr>
              <a:t> de </a:t>
            </a:r>
            <a:r>
              <a:rPr lang="en-US" b="1" dirty="0" err="1">
                <a:solidFill>
                  <a:srgbClr val="F0265D"/>
                </a:solidFill>
              </a:rPr>
              <a:t>Aplicações</a:t>
            </a:r>
            <a:r>
              <a:rPr lang="en-US" b="1" dirty="0">
                <a:solidFill>
                  <a:srgbClr val="F0265D"/>
                </a:solidFill>
              </a:rPr>
              <a:t> (AppSec):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Auditar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código-fonte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busca</a:t>
            </a:r>
            <a:r>
              <a:rPr lang="en-US" dirty="0">
                <a:solidFill>
                  <a:schemeClr val="bg1"/>
                </a:solidFill>
              </a:rPr>
              <a:t> de </a:t>
            </a:r>
            <a:r>
              <a:rPr lang="en-US" dirty="0" err="1">
                <a:solidFill>
                  <a:schemeClr val="bg1"/>
                </a:solidFill>
              </a:rPr>
              <a:t>vulnerabilidades</a:t>
            </a:r>
            <a:r>
              <a:rPr lang="en-US" dirty="0">
                <a:solidFill>
                  <a:schemeClr val="bg1"/>
                </a:solidFill>
              </a:rPr>
              <a:t> e </a:t>
            </a:r>
            <a:r>
              <a:rPr lang="en-US" dirty="0" err="1">
                <a:solidFill>
                  <a:schemeClr val="bg1"/>
                </a:solidFill>
              </a:rPr>
              <a:t>criar</a:t>
            </a:r>
            <a:r>
              <a:rPr lang="en-US" dirty="0">
                <a:solidFill>
                  <a:schemeClr val="bg1"/>
                </a:solidFill>
              </a:rPr>
              <a:t> ferramentas de </a:t>
            </a:r>
            <a:r>
              <a:rPr lang="en-US" dirty="0" err="1">
                <a:solidFill>
                  <a:schemeClr val="bg1"/>
                </a:solidFill>
              </a:rPr>
              <a:t>verificação</a:t>
            </a:r>
            <a:r>
              <a:rPr lang="en-US" dirty="0">
                <a:solidFill>
                  <a:schemeClr val="bg1"/>
                </a:solidFill>
              </a:rPr>
              <a:t>.</a:t>
            </a:r>
            <a:br>
              <a:rPr lang="en-US" dirty="0"/>
            </a:br>
            <a:endParaRPr lang="en-US">
              <a:solidFill>
                <a:schemeClr val="bg1"/>
              </a:solidFill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r>
              <a:rPr lang="en-US" b="1" dirty="0" err="1">
                <a:solidFill>
                  <a:srgbClr val="F0265D"/>
                </a:solidFill>
              </a:rPr>
              <a:t>Inteligência</a:t>
            </a:r>
            <a:r>
              <a:rPr lang="en-US" b="1" dirty="0">
                <a:solidFill>
                  <a:srgbClr val="F0265D"/>
                </a:solidFill>
              </a:rPr>
              <a:t> de </a:t>
            </a:r>
            <a:r>
              <a:rPr lang="en-US" b="1" dirty="0" err="1">
                <a:solidFill>
                  <a:srgbClr val="F0265D"/>
                </a:solidFill>
              </a:rPr>
              <a:t>Ameaças</a:t>
            </a:r>
            <a:r>
              <a:rPr lang="en-US" b="1" dirty="0">
                <a:solidFill>
                  <a:srgbClr val="F0265D"/>
                </a:solidFill>
              </a:rPr>
              <a:t> (Threat Intelligence):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Desenvolver</a:t>
            </a:r>
            <a:r>
              <a:rPr lang="en-US" dirty="0">
                <a:solidFill>
                  <a:schemeClr val="bg1"/>
                </a:solidFill>
              </a:rPr>
              <a:t> crawlers para </a:t>
            </a:r>
            <a:r>
              <a:rPr lang="en-US" dirty="0" err="1">
                <a:solidFill>
                  <a:schemeClr val="bg1"/>
                </a:solidFill>
              </a:rPr>
              <a:t>coletar</a:t>
            </a:r>
            <a:r>
              <a:rPr lang="en-US" dirty="0">
                <a:solidFill>
                  <a:schemeClr val="bg1"/>
                </a:solidFill>
              </a:rPr>
              <a:t> dados da dark web e de </a:t>
            </a:r>
            <a:r>
              <a:rPr lang="en-US" dirty="0" err="1">
                <a:solidFill>
                  <a:schemeClr val="bg1"/>
                </a:solidFill>
              </a:rPr>
              <a:t>fóruns</a:t>
            </a:r>
            <a:r>
              <a:rPr lang="en-US" dirty="0">
                <a:solidFill>
                  <a:schemeClr val="bg1"/>
                </a:solidFill>
              </a:rPr>
              <a:t> de hackers.</a:t>
            </a:r>
            <a:endParaRPr lang="en-US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2066529-2DB0-5C27-788C-E692F55C21C3}"/>
              </a:ext>
            </a:extLst>
          </p:cNvPr>
          <p:cNvSpPr txBox="1"/>
          <p:nvPr/>
        </p:nvSpPr>
        <p:spPr>
          <a:xfrm>
            <a:off x="2505456" y="548640"/>
            <a:ext cx="4133088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 dirty="0">
                <a:solidFill>
                  <a:srgbClr val="F0265D"/>
                </a:solidFill>
              </a:rPr>
              <a:t> </a:t>
            </a:r>
            <a:r>
              <a:rPr lang="en-US" sz="4000" b="1" err="1">
                <a:solidFill>
                  <a:srgbClr val="F0265D"/>
                </a:solidFill>
              </a:rPr>
              <a:t>Áreas</a:t>
            </a:r>
            <a:r>
              <a:rPr lang="en-US" sz="4000" b="1" dirty="0">
                <a:solidFill>
                  <a:srgbClr val="F0265D"/>
                </a:solidFill>
              </a:rPr>
              <a:t> de </a:t>
            </a:r>
            <a:r>
              <a:rPr lang="en-US" sz="4000" b="1" err="1">
                <a:solidFill>
                  <a:srgbClr val="F0265D"/>
                </a:solidFill>
              </a:rPr>
              <a:t>Atuação</a:t>
            </a:r>
            <a:endParaRPr lang="pt-BR" sz="4000" err="1">
              <a:solidFill>
                <a:srgbClr val="F0265D"/>
              </a:solidFill>
              <a:ea typeface="Calibri"/>
              <a:cs typeface="Calibri"/>
            </a:endParaRPr>
          </a:p>
        </p:txBody>
      </p:sp>
      <p:pic>
        <p:nvPicPr>
          <p:cNvPr id="5" name="Imagem 1" descr="Ícone&#10;&#10;O conteúdo gerado por IA pode estar incorreto.">
            <a:extLst>
              <a:ext uri="{FF2B5EF4-FFF2-40B4-BE49-F238E27FC236}">
                <a16:creationId xmlns:a16="http://schemas.microsoft.com/office/drawing/2014/main" id="{A5CA9AC1-B5B8-10F4-D7EA-E7241CFD618A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1328" y="190873"/>
            <a:ext cx="1459971" cy="392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901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134C1D83-14E1-446E-9F68-6B2CEFE60647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412" y="1"/>
            <a:ext cx="9140318" cy="6858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AC9727B6-CB6D-41D7-8309-AC12CCAEBB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5944" y="1066356"/>
            <a:ext cx="8732115" cy="4725291"/>
          </a:xfrm>
          <a:prstGeom prst="rect">
            <a:avLst/>
          </a:prstGeom>
        </p:spPr>
      </p:pic>
      <p:pic>
        <p:nvPicPr>
          <p:cNvPr id="16" name="Imagem 1"/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7656" y="3070371"/>
            <a:ext cx="2648691" cy="712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646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theme/theme1.xml><?xml version="1.0" encoding="utf-8"?>
<a:theme xmlns:a="http://schemas.openxmlformats.org/drawingml/2006/main" name="Default Theme">
  <a:themeElements>
    <a:clrScheme name="Opulento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Escritório Clássico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37D49A8764A5C48814EF56013A935E1" ma:contentTypeVersion="31" ma:contentTypeDescription="Crie um novo documento." ma:contentTypeScope="" ma:versionID="88d662405cd54c17333e9ae82f2b11a1">
  <xsd:schema xmlns:xsd="http://www.w3.org/2001/XMLSchema" xmlns:xs="http://www.w3.org/2001/XMLSchema" xmlns:p="http://schemas.microsoft.com/office/2006/metadata/properties" xmlns:ns2="3b47981c-61e2-4894-9b95-d78484a6277d" xmlns:ns3="b466e2c2-c6c4-42b9-a506-879fde1702df" targetNamespace="http://schemas.microsoft.com/office/2006/metadata/properties" ma:root="true" ma:fieldsID="ac76846c606e4184a0632a299602dfe0" ns2:_="" ns3:_="">
    <xsd:import namespace="3b47981c-61e2-4894-9b95-d78484a6277d"/>
    <xsd:import namespace="b466e2c2-c6c4-42b9-a506-879fde1702df"/>
    <xsd:element name="properties">
      <xsd:complexType>
        <xsd:sequence>
          <xsd:element name="documentManagement">
            <xsd:complexType>
              <xsd:all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47981c-61e2-4894-9b95-d78484a6277d" elementFormDefault="qualified">
    <xsd:import namespace="http://schemas.microsoft.com/office/2006/documentManagement/types"/>
    <xsd:import namespace="http://schemas.microsoft.com/office/infopath/2007/PartnerControls"/>
    <xsd:element name="NotebookType" ma:index="8" nillable="true" ma:displayName="Notebook Type" ma:internalName="NotebookType">
      <xsd:simpleType>
        <xsd:restriction base="dms:Text"/>
      </xsd:simpleType>
    </xsd:element>
    <xsd:element name="FolderType" ma:index="9" nillable="true" ma:displayName="Folder Type" ma:internalName="FolderType">
      <xsd:simpleType>
        <xsd:restriction base="dms:Text"/>
      </xsd:simpleType>
    </xsd:element>
    <xsd:element name="CultureName" ma:index="10" nillable="true" ma:displayName="Culture Name" ma:internalName="CultureName">
      <xsd:simpleType>
        <xsd:restriction base="dms:Text"/>
      </xsd:simpleType>
    </xsd:element>
    <xsd:element name="AppVersion" ma:index="11" nillable="true" ma:displayName="App Version" ma:internalName="AppVersion">
      <xsd:simpleType>
        <xsd:restriction base="dms:Text"/>
      </xsd:simpleType>
    </xsd:element>
    <xsd:element name="TeamsChannelId" ma:index="12" nillable="true" ma:displayName="Teams Channel Id" ma:internalName="TeamsChannelId">
      <xsd:simpleType>
        <xsd:restriction base="dms:Text"/>
      </xsd:simpleType>
    </xsd:element>
    <xsd:element name="Owner" ma:index="13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14" nillable="true" ma:displayName="Math Settings" ma:internalName="Math_Settings">
      <xsd:simpleType>
        <xsd:restriction base="dms:Text"/>
      </xsd:simpleType>
    </xsd:element>
    <xsd:element name="DefaultSectionNames" ma:index="15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6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17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18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19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0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1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22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23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4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25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26" nillable="true" ma:displayName="Is Collaboration Space Locked" ma:internalName="Is_Collaboration_Space_Locked">
      <xsd:simpleType>
        <xsd:restriction base="dms:Boolean"/>
      </xsd:simpleType>
    </xsd:element>
    <xsd:element name="IsNotebookLocked" ma:index="27" nillable="true" ma:displayName="Is Notebook Locked" ma:internalName="IsNotebookLocked">
      <xsd:simpleType>
        <xsd:restriction base="dms:Boolean"/>
      </xsd:simpleType>
    </xsd:element>
    <xsd:element name="Teams_Channel_Section_Location" ma:index="28" nillable="true" ma:displayName="Teams Channel Section Location" ma:internalName="Teams_Channel_Section_Location">
      <xsd:simpleType>
        <xsd:restriction base="dms:Text"/>
      </xsd:simpleType>
    </xsd:element>
    <xsd:element name="MediaServiceMetadata" ma:index="2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3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3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3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34" nillable="true" ma:taxonomy="true" ma:internalName="lcf76f155ced4ddcb4097134ff3c332f" ma:taxonomyFieldName="MediaServiceImageTags" ma:displayName="Marcações de imagem" ma:readOnly="false" ma:fieldId="{5cf76f15-5ced-4ddc-b409-7134ff3c332f}" ma:taxonomyMulti="true" ma:sspId="e2398b20-2c76-408b-9565-673d41e5947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3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3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66e2c2-c6c4-42b9-a506-879fde1702df" elementFormDefault="qualified">
    <xsd:import namespace="http://schemas.microsoft.com/office/2006/documentManagement/types"/>
    <xsd:import namespace="http://schemas.microsoft.com/office/infopath/2007/PartnerControls"/>
    <xsd:element name="TaxCatchAll" ma:index="35" nillable="true" ma:displayName="Taxonomy Catch All Column" ma:hidden="true" ma:list="{d09d9946-15cf-424c-86ce-06f382dd2afa}" ma:internalName="TaxCatchAll" ma:showField="CatchAllData" ma:web="b466e2c2-c6c4-42b9-a506-879fde1702d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udent_Groups xmlns="3b47981c-61e2-4894-9b95-d78484a6277d">
      <UserInfo>
        <DisplayName/>
        <AccountId xsi:nil="true"/>
        <AccountType/>
      </UserInfo>
    </Student_Groups>
    <Distribution_Groups xmlns="3b47981c-61e2-4894-9b95-d78484a6277d" xsi:nil="true"/>
    <Math_Settings xmlns="3b47981c-61e2-4894-9b95-d78484a6277d" xsi:nil="true"/>
    <Templates xmlns="3b47981c-61e2-4894-9b95-d78484a6277d" xsi:nil="true"/>
    <AppVersion xmlns="3b47981c-61e2-4894-9b95-d78484a6277d" xsi:nil="true"/>
    <TeamsChannelId xmlns="3b47981c-61e2-4894-9b95-d78484a6277d" xsi:nil="true"/>
    <Invited_Teachers xmlns="3b47981c-61e2-4894-9b95-d78484a6277d" xsi:nil="true"/>
    <IsNotebookLocked xmlns="3b47981c-61e2-4894-9b95-d78484a6277d" xsi:nil="true"/>
    <Students xmlns="3b47981c-61e2-4894-9b95-d78484a6277d">
      <UserInfo>
        <DisplayName/>
        <AccountId xsi:nil="true"/>
        <AccountType/>
      </UserInfo>
    </Students>
    <Has_Teacher_Only_SectionGroup xmlns="3b47981c-61e2-4894-9b95-d78484a6277d" xsi:nil="true"/>
    <FolderType xmlns="3b47981c-61e2-4894-9b95-d78484a6277d" xsi:nil="true"/>
    <Teachers xmlns="3b47981c-61e2-4894-9b95-d78484a6277d">
      <UserInfo>
        <DisplayName/>
        <AccountId xsi:nil="true"/>
        <AccountType/>
      </UserInfo>
    </Teachers>
    <Self_Registration_Enabled xmlns="3b47981c-61e2-4894-9b95-d78484a6277d" xsi:nil="true"/>
    <LMS_Mappings xmlns="3b47981c-61e2-4894-9b95-d78484a6277d" xsi:nil="true"/>
    <NotebookType xmlns="3b47981c-61e2-4894-9b95-d78484a6277d" xsi:nil="true"/>
    <DefaultSectionNames xmlns="3b47981c-61e2-4894-9b95-d78484a6277d" xsi:nil="true"/>
    <Is_Collaboration_Space_Locked xmlns="3b47981c-61e2-4894-9b95-d78484a6277d" xsi:nil="true"/>
    <Teams_Channel_Section_Location xmlns="3b47981c-61e2-4894-9b95-d78484a6277d" xsi:nil="true"/>
    <CultureName xmlns="3b47981c-61e2-4894-9b95-d78484a6277d" xsi:nil="true"/>
    <Owner xmlns="3b47981c-61e2-4894-9b95-d78484a6277d">
      <UserInfo>
        <DisplayName/>
        <AccountId xsi:nil="true"/>
        <AccountType/>
      </UserInfo>
    </Owner>
    <Invited_Students xmlns="3b47981c-61e2-4894-9b95-d78484a6277d" xsi:nil="true"/>
    <lcf76f155ced4ddcb4097134ff3c332f xmlns="3b47981c-61e2-4894-9b95-d78484a6277d">
      <Terms xmlns="http://schemas.microsoft.com/office/infopath/2007/PartnerControls"/>
    </lcf76f155ced4ddcb4097134ff3c332f>
    <TaxCatchAll xmlns="b466e2c2-c6c4-42b9-a506-879fde1702df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A639521-F807-496A-8898-7F89429E847C}"/>
</file>

<file path=customXml/itemProps2.xml><?xml version="1.0" encoding="utf-8"?>
<ds:datastoreItem xmlns:ds="http://schemas.openxmlformats.org/officeDocument/2006/customXml" ds:itemID="{5F752CE0-7599-4DD5-918E-B703E1E0039D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E4E7797C-743F-449D-8A61-DE6FFBCABF5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226</TotalTime>
  <Words>2</Words>
  <Application>Microsoft Office PowerPoint</Application>
  <PresentationFormat>Apresentação na tela (4:3)</PresentationFormat>
  <Paragraphs>4</Paragraphs>
  <Slides>8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4</vt:i4>
      </vt:variant>
      <vt:variant>
        <vt:lpstr>Títulos de slides</vt:lpstr>
      </vt:variant>
      <vt:variant>
        <vt:i4>8</vt:i4>
      </vt:variant>
    </vt:vector>
  </HeadingPairs>
  <TitlesOfParts>
    <vt:vector size="12" baseType="lpstr">
      <vt:lpstr>Default Theme</vt:lpstr>
      <vt:lpstr>1_Personalizar design</vt:lpstr>
      <vt:lpstr>2_Personalizar design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andre.silva</dc:creator>
  <cp:lastModifiedBy>André Luis Cirino</cp:lastModifiedBy>
  <cp:revision>238</cp:revision>
  <dcterms:created xsi:type="dcterms:W3CDTF">2020-08-10T01:14:01Z</dcterms:created>
  <dcterms:modified xsi:type="dcterms:W3CDTF">2026-03-03T00:20:07Z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0x010100A37D49A8764A5C48814EF56013A935E1</vt:lpwstr>
  </property>
</Properties>
</file>