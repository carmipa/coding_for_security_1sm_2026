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739" r:id="rId7"/>
  </p:sldMasterIdLst>
  <p:notesMasterIdLst>
    <p:notesMasterId r:id="rId16"/>
  </p:notesMasterIdLst>
  <p:sldIdLst>
    <p:sldId id="321" r:id="rId8"/>
    <p:sldId id="940" r:id="rId9"/>
    <p:sldId id="941" r:id="rId10"/>
    <p:sldId id="942" r:id="rId11"/>
    <p:sldId id="943" r:id="rId12"/>
    <p:sldId id="944" r:id="rId13"/>
    <p:sldId id="945" r:id="rId14"/>
    <p:sldId id="393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CE2CE4"/>
    <a:srgbClr val="EBAFB5"/>
    <a:srgbClr val="F34B77"/>
    <a:srgbClr val="020000"/>
    <a:srgbClr val="303030"/>
    <a:srgbClr val="F4D3D6"/>
    <a:srgbClr val="F9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BFF4-E3EE-0345-1232-B218868DB7FD}" v="362" dt="2025-08-20T19:32:10.909"/>
    <p1510:client id="{A78852AF-EB9A-6A75-E4CE-FC2C7FE3CC82}" v="659" dt="2025-08-20T18:39:25.830"/>
    <p1510:client id="{F7F9AEB9-CEB0-5854-C345-9BDA9DDA1831}" v="42" dt="2025-08-20T20:10:48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5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Saito" userId="S::pf2357@fiap.com.br::8d4c1566-1553-4e16-8347-5644a0af1550" providerId="AD" clId="Web-{2A66BFF4-E3EE-0345-1232-B218868DB7FD}"/>
    <pc:docChg chg="addSld delSld modSld">
      <pc:chgData name="Gabriel Saito" userId="S::pf2357@fiap.com.br::8d4c1566-1553-4e16-8347-5644a0af1550" providerId="AD" clId="Web-{2A66BFF4-E3EE-0345-1232-B218868DB7FD}" dt="2025-08-20T19:32:10.909" v="248" actId="1076"/>
      <pc:docMkLst>
        <pc:docMk/>
      </pc:docMkLst>
      <pc:sldChg chg="addSp modSp">
        <pc:chgData name="Gabriel Saito" userId="S::pf2357@fiap.com.br::8d4c1566-1553-4e16-8347-5644a0af1550" providerId="AD" clId="Web-{2A66BFF4-E3EE-0345-1232-B218868DB7FD}" dt="2025-08-20T19:30:10.748" v="227" actId="20577"/>
        <pc:sldMkLst>
          <pc:docMk/>
          <pc:sldMk cId="1921523018" sldId="940"/>
        </pc:sldMkLst>
        <pc:spChg chg="add mod">
          <ac:chgData name="Gabriel Saito" userId="S::pf2357@fiap.com.br::8d4c1566-1553-4e16-8347-5644a0af1550" providerId="AD" clId="Web-{2A66BFF4-E3EE-0345-1232-B218868DB7FD}" dt="2025-08-20T19:12:31.799" v="61" actId="1076"/>
          <ac:spMkLst>
            <pc:docMk/>
            <pc:sldMk cId="1921523018" sldId="940"/>
            <ac:spMk id="2" creationId="{AEBDA65B-0E05-8571-209D-BE93D224915B}"/>
          </ac:spMkLst>
        </pc:spChg>
        <pc:spChg chg="add mod">
          <ac:chgData name="Gabriel Saito" userId="S::pf2357@fiap.com.br::8d4c1566-1553-4e16-8347-5644a0af1550" providerId="AD" clId="Web-{2A66BFF4-E3EE-0345-1232-B218868DB7FD}" dt="2025-08-20T19:12:37.314" v="62" actId="1076"/>
          <ac:spMkLst>
            <pc:docMk/>
            <pc:sldMk cId="1921523018" sldId="940"/>
            <ac:spMk id="4" creationId="{11A8C1F6-8979-33D6-80CA-DE4A0C5073A1}"/>
          </ac:spMkLst>
        </pc:spChg>
        <pc:spChg chg="mod">
          <ac:chgData name="Gabriel Saito" userId="S::pf2357@fiap.com.br::8d4c1566-1553-4e16-8347-5644a0af1550" providerId="AD" clId="Web-{2A66BFF4-E3EE-0345-1232-B218868DB7FD}" dt="2025-08-20T19:12:00.954" v="46" actId="1076"/>
          <ac:spMkLst>
            <pc:docMk/>
            <pc:sldMk cId="1921523018" sldId="940"/>
            <ac:spMk id="5" creationId="{70C6B2C5-3AD5-0813-F913-18F63AEE82D6}"/>
          </ac:spMkLst>
        </pc:spChg>
        <pc:spChg chg="mod">
          <ac:chgData name="Gabriel Saito" userId="S::pf2357@fiap.com.br::8d4c1566-1553-4e16-8347-5644a0af1550" providerId="AD" clId="Web-{2A66BFF4-E3EE-0345-1232-B218868DB7FD}" dt="2025-08-20T19:30:10.748" v="227" actId="20577"/>
          <ac:spMkLst>
            <pc:docMk/>
            <pc:sldMk cId="1921523018" sldId="940"/>
            <ac:spMk id="6" creationId="{E1A8B3CF-7038-F871-23B6-7C8CE6938361}"/>
          </ac:spMkLst>
        </pc:spChg>
      </pc:sldChg>
      <pc:sldChg chg="modSp add replId">
        <pc:chgData name="Gabriel Saito" userId="S::pf2357@fiap.com.br::8d4c1566-1553-4e16-8347-5644a0af1550" providerId="AD" clId="Web-{2A66BFF4-E3EE-0345-1232-B218868DB7FD}" dt="2025-08-20T19:17:04.638" v="135" actId="20577"/>
        <pc:sldMkLst>
          <pc:docMk/>
          <pc:sldMk cId="4165226826" sldId="941"/>
        </pc:sldMkLst>
        <pc:spChg chg="mod">
          <ac:chgData name="Gabriel Saito" userId="S::pf2357@fiap.com.br::8d4c1566-1553-4e16-8347-5644a0af1550" providerId="AD" clId="Web-{2A66BFF4-E3EE-0345-1232-B218868DB7FD}" dt="2025-08-20T19:17:04.638" v="135" actId="20577"/>
          <ac:spMkLst>
            <pc:docMk/>
            <pc:sldMk cId="4165226826" sldId="941"/>
            <ac:spMk id="6" creationId="{62EAB4F8-4787-F3A9-F70F-9455926C1578}"/>
          </ac:spMkLst>
        </pc:spChg>
      </pc:sldChg>
      <pc:sldChg chg="del">
        <pc:chgData name="Gabriel Saito" userId="S::pf2357@fiap.com.br::8d4c1566-1553-4e16-8347-5644a0af1550" providerId="AD" clId="Web-{2A66BFF4-E3EE-0345-1232-B218868DB7FD}" dt="2025-08-20T19:02:52.009" v="0"/>
        <pc:sldMkLst>
          <pc:docMk/>
          <pc:sldMk cId="2712815465" sldId="942"/>
        </pc:sldMkLst>
      </pc:sldChg>
      <pc:sldChg chg="modSp add replId">
        <pc:chgData name="Gabriel Saito" userId="S::pf2357@fiap.com.br::8d4c1566-1553-4e16-8347-5644a0af1550" providerId="AD" clId="Web-{2A66BFF4-E3EE-0345-1232-B218868DB7FD}" dt="2025-08-20T19:23:26.841" v="183" actId="20577"/>
        <pc:sldMkLst>
          <pc:docMk/>
          <pc:sldMk cId="3653981883" sldId="942"/>
        </pc:sldMkLst>
        <pc:spChg chg="mod">
          <ac:chgData name="Gabriel Saito" userId="S::pf2357@fiap.com.br::8d4c1566-1553-4e16-8347-5644a0af1550" providerId="AD" clId="Web-{2A66BFF4-E3EE-0345-1232-B218868DB7FD}" dt="2025-08-20T19:23:26.841" v="183" actId="20577"/>
          <ac:spMkLst>
            <pc:docMk/>
            <pc:sldMk cId="3653981883" sldId="942"/>
            <ac:spMk id="6" creationId="{EC049946-C9D9-762B-9509-BD963567A625}"/>
          </ac:spMkLst>
        </pc:spChg>
      </pc:sldChg>
      <pc:sldChg chg="addSp modSp add replId">
        <pc:chgData name="Gabriel Saito" userId="S::pf2357@fiap.com.br::8d4c1566-1553-4e16-8347-5644a0af1550" providerId="AD" clId="Web-{2A66BFF4-E3EE-0345-1232-B218868DB7FD}" dt="2025-08-20T19:26:13.004" v="220" actId="1076"/>
        <pc:sldMkLst>
          <pc:docMk/>
          <pc:sldMk cId="1012162527" sldId="943"/>
        </pc:sldMkLst>
        <pc:spChg chg="mod">
          <ac:chgData name="Gabriel Saito" userId="S::pf2357@fiap.com.br::8d4c1566-1553-4e16-8347-5644a0af1550" providerId="AD" clId="Web-{2A66BFF4-E3EE-0345-1232-B218868DB7FD}" dt="2025-08-20T19:26:09.613" v="219" actId="1076"/>
          <ac:spMkLst>
            <pc:docMk/>
            <pc:sldMk cId="1012162527" sldId="943"/>
            <ac:spMk id="6" creationId="{AAC15C57-0328-330A-431C-EC3D9569425A}"/>
          </ac:spMkLst>
        </pc:spChg>
        <pc:picChg chg="add mod">
          <ac:chgData name="Gabriel Saito" userId="S::pf2357@fiap.com.br::8d4c1566-1553-4e16-8347-5644a0af1550" providerId="AD" clId="Web-{2A66BFF4-E3EE-0345-1232-B218868DB7FD}" dt="2025-08-20T19:26:13.004" v="220" actId="1076"/>
          <ac:picMkLst>
            <pc:docMk/>
            <pc:sldMk cId="1012162527" sldId="943"/>
            <ac:picMk id="7" creationId="{46C0EE53-4534-D6DE-AEA3-B61C60390C02}"/>
          </ac:picMkLst>
        </pc:picChg>
      </pc:sldChg>
      <pc:sldChg chg="del">
        <pc:chgData name="Gabriel Saito" userId="S::pf2357@fiap.com.br::8d4c1566-1553-4e16-8347-5644a0af1550" providerId="AD" clId="Web-{2A66BFF4-E3EE-0345-1232-B218868DB7FD}" dt="2025-08-20T19:02:55.134" v="1"/>
        <pc:sldMkLst>
          <pc:docMk/>
          <pc:sldMk cId="4073555063" sldId="943"/>
        </pc:sldMkLst>
      </pc:sldChg>
      <pc:sldChg chg="delSp modSp add replId">
        <pc:chgData name="Gabriel Saito" userId="S::pf2357@fiap.com.br::8d4c1566-1553-4e16-8347-5644a0af1550" providerId="AD" clId="Web-{2A66BFF4-E3EE-0345-1232-B218868DB7FD}" dt="2025-08-20T19:32:10.909" v="248" actId="1076"/>
        <pc:sldMkLst>
          <pc:docMk/>
          <pc:sldMk cId="1889107656" sldId="944"/>
        </pc:sldMkLst>
        <pc:spChg chg="mod">
          <ac:chgData name="Gabriel Saito" userId="S::pf2357@fiap.com.br::8d4c1566-1553-4e16-8347-5644a0af1550" providerId="AD" clId="Web-{2A66BFF4-E3EE-0345-1232-B218868DB7FD}" dt="2025-08-20T19:32:10.909" v="248" actId="1076"/>
          <ac:spMkLst>
            <pc:docMk/>
            <pc:sldMk cId="1889107656" sldId="944"/>
            <ac:spMk id="6" creationId="{5332E8AA-417E-4F10-BE40-9FB51949C3C9}"/>
          </ac:spMkLst>
        </pc:spChg>
        <pc:picChg chg="del">
          <ac:chgData name="Gabriel Saito" userId="S::pf2357@fiap.com.br::8d4c1566-1553-4e16-8347-5644a0af1550" providerId="AD" clId="Web-{2A66BFF4-E3EE-0345-1232-B218868DB7FD}" dt="2025-08-20T19:31:29.954" v="234"/>
          <ac:picMkLst>
            <pc:docMk/>
            <pc:sldMk cId="1889107656" sldId="944"/>
            <ac:picMk id="7" creationId="{3B459292-598B-CB02-33AC-26641EE26CE0}"/>
          </ac:picMkLst>
        </pc:picChg>
      </pc:sldChg>
      <pc:sldChg chg="del">
        <pc:chgData name="Gabriel Saito" userId="S::pf2357@fiap.com.br::8d4c1566-1553-4e16-8347-5644a0af1550" providerId="AD" clId="Web-{2A66BFF4-E3EE-0345-1232-B218868DB7FD}" dt="2025-08-20T19:02:55.853" v="2"/>
        <pc:sldMkLst>
          <pc:docMk/>
          <pc:sldMk cId="2378313641" sldId="944"/>
        </pc:sldMkLst>
      </pc:sldChg>
      <pc:sldChg chg="del">
        <pc:chgData name="Gabriel Saito" userId="S::pf2357@fiap.com.br::8d4c1566-1553-4e16-8347-5644a0af1550" providerId="AD" clId="Web-{2A66BFF4-E3EE-0345-1232-B218868DB7FD}" dt="2025-08-20T19:02:56.681" v="3"/>
        <pc:sldMkLst>
          <pc:docMk/>
          <pc:sldMk cId="4099799948" sldId="945"/>
        </pc:sldMkLst>
      </pc:sldChg>
      <pc:sldChg chg="del">
        <pc:chgData name="Gabriel Saito" userId="S::pf2357@fiap.com.br::8d4c1566-1553-4e16-8347-5644a0af1550" providerId="AD" clId="Web-{2A66BFF4-E3EE-0345-1232-B218868DB7FD}" dt="2025-08-20T19:02:57.181" v="4"/>
        <pc:sldMkLst>
          <pc:docMk/>
          <pc:sldMk cId="1922901910" sldId="946"/>
        </pc:sldMkLst>
      </pc:sldChg>
    </pc:docChg>
  </pc:docChgLst>
  <pc:docChgLst>
    <pc:chgData name="Gabriel Saito" userId="S::pf2357@fiap.com.br::8d4c1566-1553-4e16-8347-5644a0af1550" providerId="AD" clId="Web-{F7F9AEB9-CEB0-5854-C345-9BDA9DDA1831}"/>
    <pc:docChg chg="addSld modSld">
      <pc:chgData name="Gabriel Saito" userId="S::pf2357@fiap.com.br::8d4c1566-1553-4e16-8347-5644a0af1550" providerId="AD" clId="Web-{F7F9AEB9-CEB0-5854-C345-9BDA9DDA1831}" dt="2025-08-20T20:10:48.958" v="28" actId="1076"/>
      <pc:docMkLst>
        <pc:docMk/>
      </pc:docMkLst>
      <pc:sldChg chg="modSp add replId">
        <pc:chgData name="Gabriel Saito" userId="S::pf2357@fiap.com.br::8d4c1566-1553-4e16-8347-5644a0af1550" providerId="AD" clId="Web-{F7F9AEB9-CEB0-5854-C345-9BDA9DDA1831}" dt="2025-08-20T20:10:48.958" v="28" actId="1076"/>
        <pc:sldMkLst>
          <pc:docMk/>
          <pc:sldMk cId="1676017722" sldId="945"/>
        </pc:sldMkLst>
        <pc:spChg chg="mod">
          <ac:chgData name="Gabriel Saito" userId="S::pf2357@fiap.com.br::8d4c1566-1553-4e16-8347-5644a0af1550" providerId="AD" clId="Web-{F7F9AEB9-CEB0-5854-C345-9BDA9DDA1831}" dt="2025-08-20T20:10:48.958" v="28" actId="1076"/>
          <ac:spMkLst>
            <pc:docMk/>
            <pc:sldMk cId="1676017722" sldId="945"/>
            <ac:spMk id="6" creationId="{3FD7DA0F-382E-6420-22BC-E4B18EEA02ED}"/>
          </ac:spMkLst>
        </pc:spChg>
      </pc:sldChg>
    </pc:docChg>
  </pc:docChgLst>
  <pc:docChgLst>
    <pc:chgData name="Gabriel Saito" userId="S::pf2357@fiap.com.br::8d4c1566-1553-4e16-8347-5644a0af1550" providerId="AD" clId="Web-{04F53510-6DF6-98CB-773F-B80A4DA9037B}"/>
    <pc:docChg chg="addSld modSld">
      <pc:chgData name="Gabriel Saito" userId="S::pf2357@fiap.com.br::8d4c1566-1553-4e16-8347-5644a0af1550" providerId="AD" clId="Web-{04F53510-6DF6-98CB-773F-B80A4DA9037B}" dt="2025-08-13T19:40:43.487" v="437" actId="1076"/>
      <pc:docMkLst>
        <pc:docMk/>
      </pc:docMkLst>
      <pc:sldChg chg="addSp delSp modSp mod modClrScheme chgLayout">
        <pc:chgData name="Gabriel Saito" userId="S::pf2357@fiap.com.br::8d4c1566-1553-4e16-8347-5644a0af1550" providerId="AD" clId="Web-{04F53510-6DF6-98CB-773F-B80A4DA9037B}" dt="2025-08-13T18:29:39.349" v="60" actId="1076"/>
        <pc:sldMkLst>
          <pc:docMk/>
          <pc:sldMk cId="1921523018" sldId="940"/>
        </pc:sldMkLst>
        <pc:spChg chg="add mod">
          <ac:chgData name="Gabriel Saito" userId="S::pf2357@fiap.com.br::8d4c1566-1553-4e16-8347-5644a0af1550" providerId="AD" clId="Web-{04F53510-6DF6-98CB-773F-B80A4DA9037B}" dt="2025-08-13T18:29:39.349" v="60" actId="1076"/>
          <ac:spMkLst>
            <pc:docMk/>
            <pc:sldMk cId="1921523018" sldId="940"/>
            <ac:spMk id="5" creationId="{70C6B2C5-3AD5-0813-F913-18F63AEE82D6}"/>
          </ac:spMkLst>
        </pc:spChg>
        <pc:spChg chg="add mod">
          <ac:chgData name="Gabriel Saito" userId="S::pf2357@fiap.com.br::8d4c1566-1553-4e16-8347-5644a0af1550" providerId="AD" clId="Web-{04F53510-6DF6-98CB-773F-B80A4DA9037B}" dt="2025-08-13T18:29:31.927" v="59" actId="1076"/>
          <ac:spMkLst>
            <pc:docMk/>
            <pc:sldMk cId="1921523018" sldId="940"/>
            <ac:spMk id="6" creationId="{E1A8B3CF-7038-F871-23B6-7C8CE6938361}"/>
          </ac:spMkLst>
        </pc:spChg>
      </pc:sldChg>
      <pc:sldChg chg="addSp modSp">
        <pc:chgData name="Gabriel Saito" userId="S::pf2357@fiap.com.br::8d4c1566-1553-4e16-8347-5644a0af1550" providerId="AD" clId="Web-{04F53510-6DF6-98CB-773F-B80A4DA9037B}" dt="2025-08-13T19:15:17.101" v="338" actId="14100"/>
        <pc:sldMkLst>
          <pc:docMk/>
          <pc:sldMk cId="2712815465" sldId="942"/>
        </pc:sldMkLst>
      </pc:sldChg>
      <pc:sldChg chg="addSp modSp new">
        <pc:chgData name="Gabriel Saito" userId="S::pf2357@fiap.com.br::8d4c1566-1553-4e16-8347-5644a0af1550" providerId="AD" clId="Web-{04F53510-6DF6-98CB-773F-B80A4DA9037B}" dt="2025-08-13T19:14:41.303" v="330" actId="20577"/>
        <pc:sldMkLst>
          <pc:docMk/>
          <pc:sldMk cId="4073555063" sldId="943"/>
        </pc:sldMkLst>
      </pc:sldChg>
      <pc:sldChg chg="modSp add replId">
        <pc:chgData name="Gabriel Saito" userId="S::pf2357@fiap.com.br::8d4c1566-1553-4e16-8347-5644a0af1550" providerId="AD" clId="Web-{04F53510-6DF6-98CB-773F-B80A4DA9037B}" dt="2025-08-13T19:14:56.022" v="334" actId="20577"/>
        <pc:sldMkLst>
          <pc:docMk/>
          <pc:sldMk cId="2378313641" sldId="944"/>
        </pc:sldMkLst>
      </pc:sldChg>
      <pc:sldChg chg="addSp modSp new">
        <pc:chgData name="Gabriel Saito" userId="S::pf2357@fiap.com.br::8d4c1566-1553-4e16-8347-5644a0af1550" providerId="AD" clId="Web-{04F53510-6DF6-98CB-773F-B80A4DA9037B}" dt="2025-08-13T19:32:08.563" v="373" actId="1076"/>
        <pc:sldMkLst>
          <pc:docMk/>
          <pc:sldMk cId="4099799948" sldId="945"/>
        </pc:sldMkLst>
      </pc:sldChg>
      <pc:sldChg chg="addSp modSp new">
        <pc:chgData name="Gabriel Saito" userId="S::pf2357@fiap.com.br::8d4c1566-1553-4e16-8347-5644a0af1550" providerId="AD" clId="Web-{04F53510-6DF6-98CB-773F-B80A4DA9037B}" dt="2025-08-13T19:35:59.477" v="417" actId="20577"/>
        <pc:sldMkLst>
          <pc:docMk/>
          <pc:sldMk cId="1922901910" sldId="946"/>
        </pc:sldMkLst>
      </pc:sldChg>
      <pc:sldChg chg="addSp modSp new">
        <pc:chgData name="Gabriel Saito" userId="S::pf2357@fiap.com.br::8d4c1566-1553-4e16-8347-5644a0af1550" providerId="AD" clId="Web-{04F53510-6DF6-98CB-773F-B80A4DA9037B}" dt="2025-08-13T19:40:43.487" v="437" actId="1076"/>
        <pc:sldMkLst>
          <pc:docMk/>
          <pc:sldMk cId="949450353" sldId="947"/>
        </pc:sldMkLst>
      </pc:sldChg>
    </pc:docChg>
  </pc:docChgLst>
  <pc:docChgLst>
    <pc:chgData name="Gabriel Saito" userId="S::pf2357@fiap.com.br::8d4c1566-1553-4e16-8347-5644a0af1550" providerId="AD" clId="Web-{A78852AF-EB9A-6A75-E4CE-FC2C7FE3CC82}"/>
    <pc:docChg chg="delSld modSld">
      <pc:chgData name="Gabriel Saito" userId="S::pf2357@fiap.com.br::8d4c1566-1553-4e16-8347-5644a0af1550" providerId="AD" clId="Web-{A78852AF-EB9A-6A75-E4CE-FC2C7FE3CC82}" dt="2025-08-20T18:39:25.830" v="380"/>
      <pc:docMkLst>
        <pc:docMk/>
      </pc:docMkLst>
      <pc:sldChg chg="addSp modSp">
        <pc:chgData name="Gabriel Saito" userId="S::pf2357@fiap.com.br::8d4c1566-1553-4e16-8347-5644a0af1550" providerId="AD" clId="Web-{A78852AF-EB9A-6A75-E4CE-FC2C7FE3CC82}" dt="2025-08-20T18:13:49.734" v="31" actId="1076"/>
        <pc:sldMkLst>
          <pc:docMk/>
          <pc:sldMk cId="1921523018" sldId="940"/>
        </pc:sldMkLst>
        <pc:picChg chg="add mod">
          <ac:chgData name="Gabriel Saito" userId="S::pf2357@fiap.com.br::8d4c1566-1553-4e16-8347-5644a0af1550" providerId="AD" clId="Web-{A78852AF-EB9A-6A75-E4CE-FC2C7FE3CC82}" dt="2025-08-20T18:13:49.734" v="31" actId="1076"/>
          <ac:picMkLst>
            <pc:docMk/>
            <pc:sldMk cId="1921523018" sldId="940"/>
            <ac:picMk id="3" creationId="{53FF6E2F-8401-4F27-AAA0-3D8958574EBE}"/>
          </ac:picMkLst>
        </pc:picChg>
      </pc:sldChg>
      <pc:sldChg chg="addSp delSp modSp">
        <pc:chgData name="Gabriel Saito" userId="S::pf2357@fiap.com.br::8d4c1566-1553-4e16-8347-5644a0af1550" providerId="AD" clId="Web-{A78852AF-EB9A-6A75-E4CE-FC2C7FE3CC82}" dt="2025-08-20T18:30:11.153" v="373" actId="1076"/>
        <pc:sldMkLst>
          <pc:docMk/>
          <pc:sldMk cId="2712815465" sldId="942"/>
        </pc:sldMkLst>
        <pc:spChg chg="mod">
          <ac:chgData name="Gabriel Saito" userId="S::pf2357@fiap.com.br::8d4c1566-1553-4e16-8347-5644a0af1550" providerId="AD" clId="Web-{A78852AF-EB9A-6A75-E4CE-FC2C7FE3CC82}" dt="2025-08-20T18:24:20.419" v="368" actId="20577"/>
          <ac:spMkLst>
            <pc:docMk/>
            <pc:sldMk cId="2712815465" sldId="942"/>
            <ac:spMk id="2" creationId="{B8FDD1E2-005D-6FF9-5B04-B8A606CC8457}"/>
          </ac:spMkLst>
        </pc:spChg>
        <pc:picChg chg="add">
          <ac:chgData name="Gabriel Saito" userId="S::pf2357@fiap.com.br::8d4c1566-1553-4e16-8347-5644a0af1550" providerId="AD" clId="Web-{A78852AF-EB9A-6A75-E4CE-FC2C7FE3CC82}" dt="2025-08-20T18:13:51.814" v="32"/>
          <ac:picMkLst>
            <pc:docMk/>
            <pc:sldMk cId="2712815465" sldId="942"/>
            <ac:picMk id="5" creationId="{7E880546-5F00-4A98-2DD8-24C6A665A632}"/>
          </ac:picMkLst>
        </pc:picChg>
        <pc:picChg chg="add del mod">
          <ac:chgData name="Gabriel Saito" userId="S::pf2357@fiap.com.br::8d4c1566-1553-4e16-8347-5644a0af1550" providerId="AD" clId="Web-{A78852AF-EB9A-6A75-E4CE-FC2C7FE3CC82}" dt="2025-08-20T18:29:58.980" v="369"/>
          <ac:picMkLst>
            <pc:docMk/>
            <pc:sldMk cId="2712815465" sldId="942"/>
            <ac:picMk id="6" creationId="{B42B7514-570C-EDCE-D54D-AEC459169CB0}"/>
          </ac:picMkLst>
        </pc:picChg>
        <pc:picChg chg="add mod">
          <ac:chgData name="Gabriel Saito" userId="S::pf2357@fiap.com.br::8d4c1566-1553-4e16-8347-5644a0af1550" providerId="AD" clId="Web-{A78852AF-EB9A-6A75-E4CE-FC2C7FE3CC82}" dt="2025-08-20T18:30:11.153" v="373" actId="1076"/>
          <ac:picMkLst>
            <pc:docMk/>
            <pc:sldMk cId="2712815465" sldId="942"/>
            <ac:picMk id="7" creationId="{CA730502-426E-8B3F-7B19-666656A0D08C}"/>
          </ac:picMkLst>
        </pc:picChg>
      </pc:sldChg>
      <pc:sldChg chg="addSp">
        <pc:chgData name="Gabriel Saito" userId="S::pf2357@fiap.com.br::8d4c1566-1553-4e16-8347-5644a0af1550" providerId="AD" clId="Web-{A78852AF-EB9A-6A75-E4CE-FC2C7FE3CC82}" dt="2025-08-20T18:38:57.359" v="374"/>
        <pc:sldMkLst>
          <pc:docMk/>
          <pc:sldMk cId="4073555063" sldId="943"/>
        </pc:sldMkLst>
        <pc:picChg chg="add">
          <ac:chgData name="Gabriel Saito" userId="S::pf2357@fiap.com.br::8d4c1566-1553-4e16-8347-5644a0af1550" providerId="AD" clId="Web-{A78852AF-EB9A-6A75-E4CE-FC2C7FE3CC82}" dt="2025-08-20T18:38:57.359" v="374"/>
          <ac:picMkLst>
            <pc:docMk/>
            <pc:sldMk cId="4073555063" sldId="943"/>
            <ac:picMk id="5" creationId="{20893E82-517E-F224-643D-31456B7D6FCF}"/>
          </ac:picMkLst>
        </pc:picChg>
      </pc:sldChg>
      <pc:sldChg chg="addSp">
        <pc:chgData name="Gabriel Saito" userId="S::pf2357@fiap.com.br::8d4c1566-1553-4e16-8347-5644a0af1550" providerId="AD" clId="Web-{A78852AF-EB9A-6A75-E4CE-FC2C7FE3CC82}" dt="2025-08-20T18:38:59.265" v="375"/>
        <pc:sldMkLst>
          <pc:docMk/>
          <pc:sldMk cId="2378313641" sldId="944"/>
        </pc:sldMkLst>
        <pc:picChg chg="add">
          <ac:chgData name="Gabriel Saito" userId="S::pf2357@fiap.com.br::8d4c1566-1553-4e16-8347-5644a0af1550" providerId="AD" clId="Web-{A78852AF-EB9A-6A75-E4CE-FC2C7FE3CC82}" dt="2025-08-20T18:38:59.265" v="375"/>
          <ac:picMkLst>
            <pc:docMk/>
            <pc:sldMk cId="2378313641" sldId="944"/>
            <ac:picMk id="5" creationId="{A4B4AFF7-41B7-A04F-A615-0B86FA812D2F}"/>
          </ac:picMkLst>
        </pc:picChg>
      </pc:sldChg>
      <pc:sldChg chg="addSp">
        <pc:chgData name="Gabriel Saito" userId="S::pf2357@fiap.com.br::8d4c1566-1553-4e16-8347-5644a0af1550" providerId="AD" clId="Web-{A78852AF-EB9A-6A75-E4CE-FC2C7FE3CC82}" dt="2025-08-20T18:39:01.390" v="376"/>
        <pc:sldMkLst>
          <pc:docMk/>
          <pc:sldMk cId="4099799948" sldId="945"/>
        </pc:sldMkLst>
        <pc:picChg chg="add">
          <ac:chgData name="Gabriel Saito" userId="S::pf2357@fiap.com.br::8d4c1566-1553-4e16-8347-5644a0af1550" providerId="AD" clId="Web-{A78852AF-EB9A-6A75-E4CE-FC2C7FE3CC82}" dt="2025-08-20T18:39:01.390" v="376"/>
          <ac:picMkLst>
            <pc:docMk/>
            <pc:sldMk cId="4099799948" sldId="945"/>
            <ac:picMk id="5" creationId="{42811881-675B-B0E1-2EA7-3C44EA5B916B}"/>
          </ac:picMkLst>
        </pc:picChg>
      </pc:sldChg>
      <pc:sldChg chg="addSp">
        <pc:chgData name="Gabriel Saito" userId="S::pf2357@fiap.com.br::8d4c1566-1553-4e16-8347-5644a0af1550" providerId="AD" clId="Web-{A78852AF-EB9A-6A75-E4CE-FC2C7FE3CC82}" dt="2025-08-20T18:39:03.625" v="377"/>
        <pc:sldMkLst>
          <pc:docMk/>
          <pc:sldMk cId="1922901910" sldId="946"/>
        </pc:sldMkLst>
        <pc:picChg chg="add">
          <ac:chgData name="Gabriel Saito" userId="S::pf2357@fiap.com.br::8d4c1566-1553-4e16-8347-5644a0af1550" providerId="AD" clId="Web-{A78852AF-EB9A-6A75-E4CE-FC2C7FE3CC82}" dt="2025-08-20T18:39:03.625" v="377"/>
          <ac:picMkLst>
            <pc:docMk/>
            <pc:sldMk cId="1922901910" sldId="946"/>
            <ac:picMk id="5" creationId="{A5CA9AC1-B5B8-10F4-D7EA-E7241CFD618A}"/>
          </ac:picMkLst>
        </pc:picChg>
      </pc:sldChg>
      <pc:sldChg chg="addSp delSp del">
        <pc:chgData name="Gabriel Saito" userId="S::pf2357@fiap.com.br::8d4c1566-1553-4e16-8347-5644a0af1550" providerId="AD" clId="Web-{A78852AF-EB9A-6A75-E4CE-FC2C7FE3CC82}" dt="2025-08-20T18:39:25.830" v="380"/>
        <pc:sldMkLst>
          <pc:docMk/>
          <pc:sldMk cId="949450353" sldId="947"/>
        </pc:sldMkLst>
        <pc:picChg chg="del">
          <ac:chgData name="Gabriel Saito" userId="S::pf2357@fiap.com.br::8d4c1566-1553-4e16-8347-5644a0af1550" providerId="AD" clId="Web-{A78852AF-EB9A-6A75-E4CE-FC2C7FE3CC82}" dt="2025-08-20T18:39:07.610" v="379"/>
          <ac:picMkLst>
            <pc:docMk/>
            <pc:sldMk cId="949450353" sldId="947"/>
            <ac:picMk id="3" creationId="{AE90848A-348A-E7F8-28E4-69EF2330338B}"/>
          </ac:picMkLst>
        </pc:picChg>
        <pc:picChg chg="add">
          <ac:chgData name="Gabriel Saito" userId="S::pf2357@fiap.com.br::8d4c1566-1553-4e16-8347-5644a0af1550" providerId="AD" clId="Web-{A78852AF-EB9A-6A75-E4CE-FC2C7FE3CC82}" dt="2025-08-20T18:39:04.860" v="378"/>
          <ac:picMkLst>
            <pc:docMk/>
            <pc:sldMk cId="949450353" sldId="947"/>
            <ac:picMk id="5" creationId="{B41B0779-9B75-700D-C26F-FF98C0EC3E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3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9" y="44627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1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7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3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ud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1" y="908720"/>
            <a:ext cx="7632848" cy="5328592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8A4DB464-D8D8-41F6-9F38-5EDC4563F372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44626"/>
            <a:ext cx="7704534" cy="575791"/>
          </a:xfrm>
        </p:spPr>
        <p:txBody>
          <a:bodyPr/>
          <a:lstStyle>
            <a:lvl1pPr marL="0" indent="0">
              <a:buNone/>
              <a:defRPr b="1">
                <a:effectLst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81766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23287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24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3" r:id="rId13"/>
    <p:sldLayoutId id="2147483755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6E72A25-0351-4EA7-A0C1-56A102DB83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2" y="1"/>
            <a:ext cx="9140318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8" name="Picture 2" descr="Resultado de imagem para lets rock the future fiap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112" y="490188"/>
            <a:ext cx="5261776" cy="5363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1"/>
          <p:cNvSpPr>
            <a:spLocks noChangeArrowheads="1"/>
          </p:cNvSpPr>
          <p:nvPr/>
        </p:nvSpPr>
        <p:spPr bwMode="auto">
          <a:xfrm>
            <a:off x="4451350" y="3244850"/>
            <a:ext cx="241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1800" b="0" i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pt-BR" altLang="pt-BR" sz="1800">
              <a:solidFill>
                <a:schemeClr val="bg2"/>
              </a:solidFill>
              <a:latin typeface="Square721 BT" pitchFamily="34" charset="0"/>
            </a:endParaRPr>
          </a:p>
        </p:txBody>
      </p:sp>
      <p:pic>
        <p:nvPicPr>
          <p:cNvPr id="6" name="Imagem 1">
            <a:extLst>
              <a:ext uri="{FF2B5EF4-FFF2-40B4-BE49-F238E27FC236}">
                <a16:creationId xmlns:a16="http://schemas.microsoft.com/office/drawing/2014/main" id="{AB8F54D6-D80E-43FE-9301-431E0CC909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616" y="291457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8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0C6B2C5-3AD5-0813-F913-18F63AEE82D6}"/>
              </a:ext>
            </a:extLst>
          </p:cNvPr>
          <p:cNvSpPr txBox="1"/>
          <p:nvPr/>
        </p:nvSpPr>
        <p:spPr>
          <a:xfrm>
            <a:off x="2202546" y="187113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 dirty="0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 dirty="0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A8B3CF-7038-F871-23B6-7C8CE6938361}"/>
              </a:ext>
            </a:extLst>
          </p:cNvPr>
          <p:cNvSpPr txBox="1"/>
          <p:nvPr/>
        </p:nvSpPr>
        <p:spPr>
          <a:xfrm>
            <a:off x="1265625" y="2233492"/>
            <a:ext cx="6568506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 Agenda da aula</a:t>
            </a:r>
          </a:p>
          <a:p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Objetivo de Hoje: Montar o nosso ambiente de desenvolvimento.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Instalação das Ferramentas: Python e </a:t>
            </a:r>
            <a:r>
              <a:rPr lang="pt-BR" dirty="0" err="1">
                <a:solidFill>
                  <a:schemeClr val="bg1"/>
                </a:solidFill>
                <a:ea typeface="+mn-lt"/>
                <a:cs typeface="+mn-lt"/>
              </a:rPr>
              <a:t>VSCode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O Conceito Mais Importante: Ambientes Virtuais (</a:t>
            </a:r>
            <a:r>
              <a:rPr lang="pt-BR" dirty="0" err="1">
                <a:solidFill>
                  <a:schemeClr val="bg1"/>
                </a:solidFill>
                <a:ea typeface="+mn-lt"/>
                <a:cs typeface="+mn-lt"/>
              </a:rPr>
              <a:t>venv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).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Gerenciando Pacotes com PIP: O poder e o perigo.</a:t>
            </a:r>
            <a:br>
              <a:rPr lang="en-US" dirty="0"/>
            </a:br>
            <a:endParaRPr lang="pt-BR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Prática: Criando nosso primeiro ambiente seguro.</a:t>
            </a:r>
            <a:br>
              <a:rPr lang="en-US" dirty="0"/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Próximos Passos: Preparação para a Semana 3.</a:t>
            </a: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algn="l"/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53FF6E2F-8401-4F27-AAA0-3D8958574E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EBDA65B-0E05-8571-209D-BE93D224915B}"/>
              </a:ext>
            </a:extLst>
          </p:cNvPr>
          <p:cNvSpPr txBox="1"/>
          <p:nvPr/>
        </p:nvSpPr>
        <p:spPr>
          <a:xfrm>
            <a:off x="1581912" y="932688"/>
            <a:ext cx="56601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</a:rPr>
              <a:t>Preparando o Arsenal de Desenvolvimento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1A8C1F6-8979-33D6-80CA-DE4A0C5073A1}"/>
              </a:ext>
            </a:extLst>
          </p:cNvPr>
          <p:cNvSpPr txBox="1"/>
          <p:nvPr/>
        </p:nvSpPr>
        <p:spPr>
          <a:xfrm>
            <a:off x="521208" y="153619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Prof. Gabriel Saito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152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3511-58D6-13A0-C93A-FD601C9B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E4C8F1D-E227-0E9C-A610-8657E154BF74}"/>
              </a:ext>
            </a:extLst>
          </p:cNvPr>
          <p:cNvSpPr txBox="1"/>
          <p:nvPr/>
        </p:nvSpPr>
        <p:spPr>
          <a:xfrm>
            <a:off x="2202546" y="187113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 dirty="0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 dirty="0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EAB4F8-4787-F3A9-F70F-9455926C1578}"/>
              </a:ext>
            </a:extLst>
          </p:cNvPr>
          <p:cNvSpPr txBox="1"/>
          <p:nvPr/>
        </p:nvSpPr>
        <p:spPr>
          <a:xfrm>
            <a:off x="1265625" y="2233492"/>
            <a:ext cx="566009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 dirty="0">
                <a:solidFill>
                  <a:srgbClr val="F0265D"/>
                </a:solidFill>
              </a:rPr>
              <a:t>Recapitulando a Semana 1</a:t>
            </a:r>
            <a:br>
              <a:rPr lang="pt-BR" b="1" dirty="0">
                <a:solidFill>
                  <a:srgbClr val="FF0000"/>
                </a:solidFill>
              </a:rPr>
            </a:br>
            <a:endParaRPr lang="pt-BR">
              <a:solidFill>
                <a:srgbClr val="FF0000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 for Security: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Usar programação para </a:t>
            </a: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atacar (eticamente)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e </a:t>
            </a: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proteger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sistemas.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Python: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Nossa ferramenta principal por sua simplicidade, poder e vasto ecossistema de bibliotecas de segurança.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Nosso Objetivo: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Construir um arsenal de ferramentas personalizadas e automatizar tarefas de segurança.</a:t>
            </a:r>
          </a:p>
          <a:p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algn="l"/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4A4D78EE-C199-18C5-F3F3-0A44553634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E70732B-BE75-5928-A28D-FF810DEB5956}"/>
              </a:ext>
            </a:extLst>
          </p:cNvPr>
          <p:cNvSpPr txBox="1"/>
          <p:nvPr/>
        </p:nvSpPr>
        <p:spPr>
          <a:xfrm>
            <a:off x="1581912" y="932688"/>
            <a:ext cx="56601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</a:rPr>
              <a:t>Preparando o Arsenal de Desenvolvimento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CE462D-6191-58AA-DC21-DDC8F6192EB3}"/>
              </a:ext>
            </a:extLst>
          </p:cNvPr>
          <p:cNvSpPr txBox="1"/>
          <p:nvPr/>
        </p:nvSpPr>
        <p:spPr>
          <a:xfrm>
            <a:off x="521208" y="153619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Prof. Gabriel Saito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522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A0680-3BCA-C9B2-C231-E4A6EC471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6BD2E52-4DD3-9A90-BC72-EB2641EDA576}"/>
              </a:ext>
            </a:extLst>
          </p:cNvPr>
          <p:cNvSpPr txBox="1"/>
          <p:nvPr/>
        </p:nvSpPr>
        <p:spPr>
          <a:xfrm>
            <a:off x="2202546" y="187113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 dirty="0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 dirty="0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049946-C9D9-762B-9509-BD963567A625}"/>
              </a:ext>
            </a:extLst>
          </p:cNvPr>
          <p:cNvSpPr txBox="1"/>
          <p:nvPr/>
        </p:nvSpPr>
        <p:spPr>
          <a:xfrm>
            <a:off x="1175782" y="2612828"/>
            <a:ext cx="7037685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 dirty="0">
                <a:solidFill>
                  <a:srgbClr val="F0265D"/>
                </a:solidFill>
              </a:rPr>
              <a:t>Instalação das Ferramentas</a:t>
            </a:r>
            <a:br>
              <a:rPr lang="pt-BR" b="1" dirty="0">
                <a:solidFill>
                  <a:srgbClr val="FF0000"/>
                </a:solidFill>
              </a:rPr>
            </a:b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Python 3.x:</a:t>
            </a:r>
            <a:br>
              <a:rPr lang="pt-BR" b="1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Visual Studio </a:t>
            </a:r>
            <a:r>
              <a:rPr lang="pt-BR" b="1" dirty="0" err="1">
                <a:solidFill>
                  <a:schemeClr val="bg1"/>
                </a:solidFill>
                <a:ea typeface="+mn-lt"/>
                <a:cs typeface="+mn-lt"/>
              </a:rPr>
              <a:t>Code</a:t>
            </a: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 (</a:t>
            </a:r>
            <a:r>
              <a:rPr lang="pt-BR" b="1" dirty="0" err="1">
                <a:solidFill>
                  <a:schemeClr val="bg1"/>
                </a:solidFill>
                <a:ea typeface="+mn-lt"/>
                <a:cs typeface="+mn-lt"/>
              </a:rPr>
              <a:t>VSCode</a:t>
            </a: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):</a:t>
            </a: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algn="l"/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3478F5F4-E1D3-E808-F42E-F1DFB4910C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56D5715-80EA-7368-F3E8-D0805677AC06}"/>
              </a:ext>
            </a:extLst>
          </p:cNvPr>
          <p:cNvSpPr txBox="1"/>
          <p:nvPr/>
        </p:nvSpPr>
        <p:spPr>
          <a:xfrm>
            <a:off x="1581912" y="932688"/>
            <a:ext cx="56601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</a:rPr>
              <a:t>Preparando o Arsenal de Desenvolvimento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D3BE06-65D2-0455-0797-231D8EE2775E}"/>
              </a:ext>
            </a:extLst>
          </p:cNvPr>
          <p:cNvSpPr txBox="1"/>
          <p:nvPr/>
        </p:nvSpPr>
        <p:spPr>
          <a:xfrm>
            <a:off x="521208" y="153619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Prof. Gabriel Saito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398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CED5-1709-356A-9E03-D0CE251D3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E62A7C7-852A-D4C9-FF0B-7686953D8F49}"/>
              </a:ext>
            </a:extLst>
          </p:cNvPr>
          <p:cNvSpPr txBox="1"/>
          <p:nvPr/>
        </p:nvSpPr>
        <p:spPr>
          <a:xfrm>
            <a:off x="2202546" y="187113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 dirty="0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 dirty="0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C15C57-0328-330A-431C-EC3D9569425A}"/>
              </a:ext>
            </a:extLst>
          </p:cNvPr>
          <p:cNvSpPr txBox="1"/>
          <p:nvPr/>
        </p:nvSpPr>
        <p:spPr>
          <a:xfrm>
            <a:off x="1055992" y="2233492"/>
            <a:ext cx="7037685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 dirty="0">
                <a:solidFill>
                  <a:srgbClr val="F0265D"/>
                </a:solidFill>
              </a:rPr>
              <a:t>Gerenciando Pacotes com PIP</a:t>
            </a:r>
            <a:br>
              <a:rPr lang="pt-BR" b="1" dirty="0">
                <a:solidFill>
                  <a:srgbClr val="FF0000"/>
                </a:solidFill>
              </a:rPr>
            </a:br>
            <a:endParaRPr lang="pt-BR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pt-BR" dirty="0" err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pip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é o Gerenciador de Pacotes do Python. É como uma "App Store" para bibliotecas de código.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pt-BR" dirty="0">
                <a:ea typeface="+mn-lt"/>
                <a:cs typeface="+mn-lt"/>
              </a:rPr>
            </a:br>
            <a:br>
              <a:rPr lang="pt-BR" dirty="0">
                <a:ea typeface="+mn-lt"/>
                <a:cs typeface="+mn-lt"/>
              </a:rPr>
            </a:br>
            <a:br>
              <a:rPr lang="pt-BR" dirty="0">
                <a:ea typeface="+mn-lt"/>
                <a:cs typeface="+mn-lt"/>
              </a:rPr>
            </a:br>
            <a:br>
              <a:rPr lang="pt-BR" dirty="0"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O </a:t>
            </a:r>
            <a:r>
              <a:rPr lang="pt-BR" dirty="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pip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é extremamente poderoso, mas todo grande poder vem com grandes responsabilidades... e riscos.</a:t>
            </a: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b="1" dirty="0">
              <a:solidFill>
                <a:schemeClr val="bg1"/>
              </a:solidFill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algn="l"/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C348640D-8A27-588F-5904-D3F7803DCC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43AAE49-3F81-2B28-1964-48F5A96B9FE1}"/>
              </a:ext>
            </a:extLst>
          </p:cNvPr>
          <p:cNvSpPr txBox="1"/>
          <p:nvPr/>
        </p:nvSpPr>
        <p:spPr>
          <a:xfrm>
            <a:off x="1581912" y="932688"/>
            <a:ext cx="56601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</a:rPr>
              <a:t>Preparando o Arsenal de Desenvolvimento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09A8B0-8ECA-3FE8-D9B9-E0E4E3386D4B}"/>
              </a:ext>
            </a:extLst>
          </p:cNvPr>
          <p:cNvSpPr txBox="1"/>
          <p:nvPr/>
        </p:nvSpPr>
        <p:spPr>
          <a:xfrm>
            <a:off x="521208" y="153619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Prof. Gabriel Saito</a:t>
            </a:r>
            <a:endParaRPr lang="pt-BR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46C0EE53-4534-D6DE-AEA3-B61C60390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78" y="3530157"/>
            <a:ext cx="6570420" cy="16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6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50D29-81EF-A18A-5B20-A3F98B11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ADD1DD0-2CBA-4192-8346-36A49D31E969}"/>
              </a:ext>
            </a:extLst>
          </p:cNvPr>
          <p:cNvSpPr txBox="1"/>
          <p:nvPr/>
        </p:nvSpPr>
        <p:spPr>
          <a:xfrm>
            <a:off x="2202546" y="187113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 dirty="0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 dirty="0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32E8AA-417E-4F10-BE40-9FB51949C3C9}"/>
              </a:ext>
            </a:extLst>
          </p:cNvPr>
          <p:cNvSpPr txBox="1"/>
          <p:nvPr/>
        </p:nvSpPr>
        <p:spPr>
          <a:xfrm>
            <a:off x="1055992" y="2103719"/>
            <a:ext cx="7037685" cy="6217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 dirty="0">
                <a:solidFill>
                  <a:srgbClr val="F0265D"/>
                </a:solidFill>
              </a:rPr>
              <a:t>O Conceito Mais Importante: Ambientes Virtuais (</a:t>
            </a:r>
            <a:r>
              <a:rPr lang="pt-BR" sz="2000" b="1" err="1">
                <a:solidFill>
                  <a:srgbClr val="F0265D"/>
                </a:solidFill>
                <a:latin typeface="Consolas"/>
              </a:rPr>
              <a:t>venv</a:t>
            </a:r>
            <a:r>
              <a:rPr lang="pt-BR" sz="2000" b="1" dirty="0">
                <a:solidFill>
                  <a:srgbClr val="F0265D"/>
                </a:solidFill>
              </a:rPr>
              <a:t>)</a:t>
            </a:r>
            <a:br>
              <a:rPr lang="pt-BR" b="1" dirty="0">
                <a:solidFill>
                  <a:srgbClr val="FF0000"/>
                </a:solidFill>
              </a:rPr>
            </a:br>
            <a:endParaRPr lang="pt-BR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pt-BR" b="1" dirty="0">
                <a:solidFill>
                  <a:schemeClr val="bg1"/>
                </a:solidFill>
              </a:rPr>
              <a:t>O </a:t>
            </a: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que é?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Um ambiente virtual é uma pasta que contém uma cópia isolada do interpretador Python e de suas próprias bibliotecas.</a:t>
            </a:r>
            <a:br>
              <a:rPr lang="pt-BR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Por que é CRUCIAL para segurança?</a:t>
            </a: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Isolamento: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Imagine que você está desenvolvendo uma ferramenta de </a:t>
            </a:r>
            <a:r>
              <a:rPr lang="pt-BR" err="1">
                <a:solidFill>
                  <a:schemeClr val="bg1"/>
                </a:solidFill>
                <a:ea typeface="+mn-lt"/>
                <a:cs typeface="+mn-lt"/>
              </a:rPr>
              <a:t>pentest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que usa uma versão antiga e vulnerável de uma biblioteca. Você não quer que essa biblioteca "contamine" o resto do seu sistema ou outros projetos.</a:t>
            </a: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Organização: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Cada ferramenta ou projeto tem suas próprias dependências. </a:t>
            </a:r>
            <a:r>
              <a:rPr lang="pt-BR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venv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evita o "inferno das dependências" (</a:t>
            </a:r>
            <a:r>
              <a:rPr lang="pt-BR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dependency</a:t>
            </a:r>
            <a:r>
              <a:rPr lang="pt-BR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pt-BR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hell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).</a:t>
            </a: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BR" b="1" dirty="0">
                <a:solidFill>
                  <a:schemeClr val="bg1"/>
                </a:solidFill>
                <a:ea typeface="+mn-lt"/>
                <a:cs typeface="+mn-lt"/>
              </a:rPr>
              <a:t>Reprodutibilidade: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Garante que sua ferramenta funcione em outra máquina, pois todas as dependências necessárias estão listadas e isoladas.</a:t>
            </a:r>
          </a:p>
          <a:p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B9177859-F8D1-18AD-254A-5DB811E3167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AC24A12-3A1A-B2CA-2710-2FFB06ABB498}"/>
              </a:ext>
            </a:extLst>
          </p:cNvPr>
          <p:cNvSpPr txBox="1"/>
          <p:nvPr/>
        </p:nvSpPr>
        <p:spPr>
          <a:xfrm>
            <a:off x="1581912" y="932688"/>
            <a:ext cx="56601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</a:rPr>
              <a:t>Preparando o Arsenal de Desenvolvimento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4CDE94-BDF6-A485-1456-E9743BA41DA1}"/>
              </a:ext>
            </a:extLst>
          </p:cNvPr>
          <p:cNvSpPr txBox="1"/>
          <p:nvPr/>
        </p:nvSpPr>
        <p:spPr>
          <a:xfrm>
            <a:off x="521208" y="153619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Prof. Gabriel Saito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910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7539-BCE4-16F4-8215-6287F4AD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EB9AE67-9768-714D-0F94-65233A51B610}"/>
              </a:ext>
            </a:extLst>
          </p:cNvPr>
          <p:cNvSpPr txBox="1"/>
          <p:nvPr/>
        </p:nvSpPr>
        <p:spPr>
          <a:xfrm>
            <a:off x="2202546" y="187113"/>
            <a:ext cx="52768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000" b="1" dirty="0" err="1">
                <a:solidFill>
                  <a:schemeClr val="bg1"/>
                </a:solidFill>
                <a:ea typeface="+mn-lt"/>
                <a:cs typeface="+mn-lt"/>
              </a:rPr>
              <a:t>Coding</a:t>
            </a:r>
            <a:r>
              <a:rPr lang="pt-BR" sz="4000" b="1" dirty="0">
                <a:solidFill>
                  <a:schemeClr val="bg1"/>
                </a:solidFill>
                <a:ea typeface="+mn-lt"/>
                <a:cs typeface="+mn-lt"/>
              </a:rPr>
              <a:t> for Security</a:t>
            </a:r>
            <a:br>
              <a:rPr lang="pt-BR" sz="3200" b="1" dirty="0">
                <a:solidFill>
                  <a:schemeClr val="bg1"/>
                </a:solidFill>
                <a:ea typeface="+mn-lt"/>
                <a:cs typeface="+mn-lt"/>
              </a:rPr>
            </a:br>
            <a:endParaRPr lang="pt-BR" sz="3200" b="1" dirty="0">
              <a:ea typeface="+mn-lt"/>
              <a:cs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D7DA0F-382E-6420-22BC-E4B18EEA02ED}"/>
              </a:ext>
            </a:extLst>
          </p:cNvPr>
          <p:cNvSpPr txBox="1"/>
          <p:nvPr/>
        </p:nvSpPr>
        <p:spPr>
          <a:xfrm>
            <a:off x="2601328" y="3210143"/>
            <a:ext cx="7037685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F0265D"/>
                </a:solidFill>
              </a:rPr>
              <a:t>Hora</a:t>
            </a:r>
            <a:r>
              <a:rPr lang="pt-BR" sz="3200" b="1" dirty="0">
                <a:solidFill>
                  <a:srgbClr val="F0265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3200" b="1" dirty="0">
                <a:solidFill>
                  <a:srgbClr val="F0265D"/>
                </a:solidFill>
              </a:rPr>
              <a:t>da Pratica</a:t>
            </a:r>
            <a:endParaRPr lang="pt-BR" sz="3200" b="1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 b="1" dirty="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" name="Imagem 1" descr="Ícone&#10;&#10;O conteúdo gerado por IA pode estar incorreto.">
            <a:extLst>
              <a:ext uri="{FF2B5EF4-FFF2-40B4-BE49-F238E27FC236}">
                <a16:creationId xmlns:a16="http://schemas.microsoft.com/office/drawing/2014/main" id="{35DE006B-11E7-5D29-7691-776894A21E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28" y="190873"/>
            <a:ext cx="1459971" cy="3924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F2B114F-71EB-AFD1-8575-6576BFB5016E}"/>
              </a:ext>
            </a:extLst>
          </p:cNvPr>
          <p:cNvSpPr txBox="1"/>
          <p:nvPr/>
        </p:nvSpPr>
        <p:spPr>
          <a:xfrm>
            <a:off x="1581912" y="932688"/>
            <a:ext cx="56601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FFFF"/>
                </a:solidFill>
              </a:rPr>
              <a:t>Preparando o Arsenal de Desenvolvimento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68B424-DE2A-8A47-4CB9-011C23204553}"/>
              </a:ext>
            </a:extLst>
          </p:cNvPr>
          <p:cNvSpPr txBox="1"/>
          <p:nvPr/>
        </p:nvSpPr>
        <p:spPr>
          <a:xfrm>
            <a:off x="521208" y="153619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Prof. Gabriel Saito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6017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34C1D83-14E1-446E-9F68-6B2CEFE606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2" y="1"/>
            <a:ext cx="9140318" cy="6858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AC9727B6-CB6D-41D7-8309-AC12CCAEBB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944" y="1066356"/>
            <a:ext cx="8732115" cy="4725291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656" y="3070371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4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1" ma:contentTypeDescription="Crie um novo documento." ma:contentTypeScope="" ma:versionID="88d662405cd54c17333e9ae82f2b11a1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ac76846c606e4184a0632a299602dfe0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d09d9946-15cf-424c-86ce-06f382dd2afa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Invited_Students xmlns="3b47981c-61e2-4894-9b95-d78484a6277d" xsi:nil="true"/>
    <lcf76f155ced4ddcb4097134ff3c332f xmlns="3b47981c-61e2-4894-9b95-d78484a6277d">
      <Terms xmlns="http://schemas.microsoft.com/office/infopath/2007/PartnerControls"/>
    </lcf76f155ced4ddcb4097134ff3c332f>
    <TaxCatchAll xmlns="b466e2c2-c6c4-42b9-a506-879fde1702d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862BD5-03F6-49C4-88AD-48844F3BFCEC}"/>
</file>

<file path=customXml/itemProps2.xml><?xml version="1.0" encoding="utf-8"?>
<ds:datastoreItem xmlns:ds="http://schemas.openxmlformats.org/officeDocument/2006/customXml" ds:itemID="{5F752CE0-7599-4DD5-918E-B703E1E0039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4E7797C-743F-449D-8A61-DE6FFBCABF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</Words>
  <Application>Microsoft Office PowerPoint</Application>
  <PresentationFormat>Apresentação na tela (4:3)</PresentationFormat>
  <Paragraphs>4</Paragraphs>
  <Slides>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Default Theme</vt:lpstr>
      <vt:lpstr>1_Personalizar design</vt:lpstr>
      <vt:lpstr>2_Personalizar design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andre.silva</dc:creator>
  <cp:lastModifiedBy>André Luis Cirino</cp:lastModifiedBy>
  <cp:revision>315</cp:revision>
  <dcterms:created xsi:type="dcterms:W3CDTF">2020-08-10T01:14:01Z</dcterms:created>
  <dcterms:modified xsi:type="dcterms:W3CDTF">2025-08-20T20:10:52Z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</Properties>
</file>